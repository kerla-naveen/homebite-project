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2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13.xml" ContentType="application/vnd.openxmlformats-officedocument.theme+xml"/>
  <Override PartName="/ppt/theme/theme30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29.jpeg" ContentType="image/jpeg"/>
  <Override PartName="/ppt/media/image7.jpeg" ContentType="image/jpeg"/>
  <Override PartName="/ppt/media/image28.jpeg" ContentType="image/jpeg"/>
  <Override PartName="/ppt/media/image18.png" ContentType="image/png"/>
  <Override PartName="/ppt/media/image25.jpeg" ContentType="image/jpeg"/>
  <Override PartName="/ppt/media/image27.jpeg" ContentType="image/jpeg"/>
  <Override PartName="/ppt/media/image24.png" ContentType="image/png"/>
  <Override PartName="/ppt/media/image23.png" ContentType="image/png"/>
  <Override PartName="/ppt/media/image11.png" ContentType="image/png"/>
  <Override PartName="/ppt/media/image3.png" ContentType="image/png"/>
  <Override PartName="/ppt/media/image12.png" ContentType="image/png"/>
  <Override PartName="/ppt/media/image35.jpeg" ContentType="image/jpeg"/>
  <Override PartName="/ppt/media/image30.jpeg" ContentType="image/jpeg"/>
  <Override PartName="/ppt/media/image31.jpeg" ContentType="image/jpeg"/>
  <Override PartName="/ppt/media/image32.jpeg" ContentType="image/jpeg"/>
  <Override PartName="/ppt/media/image17.png" ContentType="image/png"/>
  <Override PartName="/ppt/media/image33.jpeg" ContentType="image/jpeg"/>
  <Override PartName="/ppt/media/image34.jpeg" ContentType="image/jpeg"/>
  <Override PartName="/ppt/media/image9.png" ContentType="image/png"/>
  <Override PartName="/ppt/media/image13.png" ContentType="image/png"/>
  <Override PartName="/ppt/media/image5.png" ContentType="image/png"/>
  <Override PartName="/ppt/media/image14.png" ContentType="image/png"/>
  <Override PartName="/ppt/media/image37.jpeg" ContentType="image/jpeg"/>
  <Override PartName="/ppt/media/image26.jpeg" ContentType="image/jpeg"/>
  <Override PartName="/ppt/media/image4.jpeg" ContentType="image/jpeg"/>
  <Override PartName="/ppt/media/image20.png" ContentType="image/png"/>
  <Override PartName="/ppt/media/image2.jpeg" ContentType="image/jpeg"/>
  <Override PartName="/ppt/media/image8.jpeg" ContentType="image/jpeg"/>
  <Override PartName="/ppt/media/image6.png" ContentType="image/png"/>
  <Override PartName="/ppt/media/image15.png" ContentType="image/png"/>
  <Override PartName="/ppt/media/image36.jpeg" ContentType="image/jpeg"/>
  <Override PartName="/ppt/media/image22.png" ContentType="image/png"/>
  <Override PartName="/ppt/media/image1.jpeg" ContentType="image/jpeg"/>
  <Override PartName="/ppt/media/image10.png" ContentType="image/png"/>
  <Override PartName="/ppt/media/image16.png" ContentType="image/png"/>
  <Override PartName="/ppt/media/image19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</p:sldMasterIdLst>
  <p:sldIdLst>
    <p:sldId id="256" r:id="rId38"/>
    <p:sldId id="257" r:id="rId39"/>
    <p:sldId id="258" r:id="rId40"/>
    <p:sldId id="259" r:id="rId41"/>
    <p:sldId id="260" r:id="rId42"/>
    <p:sldId id="261" r:id="rId43"/>
    <p:sldId id="262" r:id="rId44"/>
    <p:sldId id="263" r:id="rId45"/>
    <p:sldId id="264" r:id="rId46"/>
    <p:sldId id="265" r:id="rId47"/>
    <p:sldId id="266" r:id="rId48"/>
    <p:sldId id="267" r:id="rId49"/>
    <p:sldId id="268" r:id="rId50"/>
    <p:sldId id="269" r:id="rId51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Relationship Id="rId48" Type="http://schemas.openxmlformats.org/officeDocument/2006/relationships/slide" Target="slides/slide11.xml"/><Relationship Id="rId49" Type="http://schemas.openxmlformats.org/officeDocument/2006/relationships/slide" Target="slides/slide12.xml"/><Relationship Id="rId50" Type="http://schemas.openxmlformats.org/officeDocument/2006/relationships/slide" Target="slides/slide13.xml"/><Relationship Id="rId51" Type="http://schemas.openxmlformats.org/officeDocument/2006/relationships/slide" Target="slides/slide14.xml"/><Relationship Id="rId5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28A1FB-0E4D-4B32-AE02-14324CE3F0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325D40-9FFB-49DE-A817-FB8C2E80D6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10AD1DF-AC39-4BD4-9263-927A4F07229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17A0B83-D916-4CD4-B621-8CA66ECE6A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EC13A2C-4B71-4315-8C86-BF7175E2EE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BE79C785-B378-4A0F-8738-D5BA226932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6B2E40C-9857-4165-A417-FB35CFE030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02DA8CB-6B6B-40A1-BA9E-1FCAEB174D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ACF885B-020E-41A7-A09F-5F98D0BD95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F98248B-2517-4FCB-A388-7BDA38FE03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134B3F4-0BD5-4513-975E-43DF288DDC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DED71BA4-AF3E-41A2-9E2F-BD1ABEEC85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D38DE033-0165-413D-959E-29A8FADB77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EAE7A7B8-8F9D-498A-9113-A09FA2A14D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FF9D3F90-676D-453A-B172-9AC843D15AD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3CD5E09E-E527-4656-A151-42C4F49DBE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66A1257F-0999-4FAA-A354-B31CCB75DD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B7D2D5FD-1D58-4364-B75F-0913340460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6CA2D1EE-888C-4F16-9430-50F864E708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2146421A-0521-4DC8-8BB1-08ED2E4707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575BE950-5070-462E-A28F-E41D3C6B1A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7D991DD4-9D55-410B-9F50-13CDC81A6F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011E1B09-6C27-4814-973C-3D3F83AFCD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6B32969F-3F12-4C2B-A126-4A6B103939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82617014-ABDE-4F41-879C-271A60B638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0D05FAA6-DAD1-4CAF-B9D3-764A9B7468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E1EE8138-149A-4B73-BC5E-AB61B85EBA0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B81EDADD-A5D4-4B09-A7B8-47D93CDF94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4346D6A0-F313-4B7B-91D0-7CA6197279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9"/>
          </p:nvPr>
        </p:nvSpPr>
        <p:spPr/>
        <p:txBody>
          <a:bodyPr/>
          <a:p>
            <a:fld id="{7E0E1A73-EC30-40E6-AB60-96254BEE5D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9F116D58-50D7-40AE-8192-159E8C74CA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5"/>
          </p:nvPr>
        </p:nvSpPr>
        <p:spPr/>
        <p:txBody>
          <a:bodyPr/>
          <a:p>
            <a:fld id="{806A8F65-76DA-4484-A0E6-EC32E01619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700CED8F-3BDD-4FD3-95D6-B860B5C510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BF753EA7-DE73-4543-83A7-F10BC4AB81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4"/>
          </p:nvPr>
        </p:nvSpPr>
        <p:spPr/>
        <p:txBody>
          <a:bodyPr/>
          <a:p>
            <a:fld id="{CC883C44-02A2-4E71-AAD1-D91F373586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07"/>
          </p:nvPr>
        </p:nvSpPr>
        <p:spPr/>
        <p:txBody>
          <a:bodyPr/>
          <a:p>
            <a:fld id="{CE4CAB57-86CE-49C0-8CC6-66CE0D9D69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0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255608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7801200" y="5552640"/>
            <a:ext cx="927864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1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2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52A165-E5F4-4BB0-AAB3-C098C2BA13A8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 idx="3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927864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7801200" y="5552640"/>
            <a:ext cx="927864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4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5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09919C-8040-454D-8364-1CCF5DE87B35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dt" idx="6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1255608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7801200" y="555264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12556080" y="555264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ftr" idx="7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7"/>
          <p:cNvSpPr>
            <a:spLocks noGrp="1"/>
          </p:cNvSpPr>
          <p:nvPr>
            <p:ph type="sldNum" idx="8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616806F-32CA-4F62-86C6-7D8494BD083B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8"/>
          <p:cNvSpPr>
            <a:spLocks noGrp="1"/>
          </p:cNvSpPr>
          <p:nvPr>
            <p:ph type="dt" idx="9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10938600" y="223740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14076000" y="223740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7801200" y="555264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10938600" y="555264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14076000" y="555264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ftr" idx="10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9"/>
          <p:cNvSpPr>
            <a:spLocks noGrp="1"/>
          </p:cNvSpPr>
          <p:nvPr>
            <p:ph type="sldNum" idx="11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B912399-C952-4593-A842-C366277480E2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10"/>
          <p:cNvSpPr>
            <a:spLocks noGrp="1"/>
          </p:cNvSpPr>
          <p:nvPr>
            <p:ph type="dt" idx="12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13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4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479010-491D-49F4-A209-6A4713BE46E5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5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16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sldNum" idx="17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3349B2B-7711-4398-9025-3B58CD158E59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18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9278640" cy="63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19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20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0F731F-B92F-475B-80A4-C9F3A8E633DD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dt" idx="21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4527720" cy="63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2556080" y="2237400"/>
            <a:ext cx="4527720" cy="63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22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23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5149222-02B4-49E4-BCCD-C6B591982FBD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dt" idx="24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25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26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1922B1-CEB1-4C72-A0AC-EC6C214A0F72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27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ftr" idx="28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29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32F5E05-99D4-464F-BD91-48A811B20C17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dt" idx="30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12556080" y="2237400"/>
            <a:ext cx="4527720" cy="63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7801200" y="555264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31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32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A7314B8-5795-4D0C-A104-FF4C9673DF7C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dt" idx="33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4527720" cy="63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1255608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12556080" y="555264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ftr" idx="34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sldNum" idx="35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25706E3-7832-4844-ABEC-B1889CC75F2D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7"/>
          <p:cNvSpPr>
            <a:spLocks noGrp="1"/>
          </p:cNvSpPr>
          <p:nvPr>
            <p:ph type="dt" idx="36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1255608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7801200" y="5552640"/>
            <a:ext cx="927864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ftr" idx="37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6"/>
          <p:cNvSpPr>
            <a:spLocks noGrp="1"/>
          </p:cNvSpPr>
          <p:nvPr>
            <p:ph type="sldNum" idx="38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080A394-BB8F-47EA-A438-87146323B4F6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PlaceHolder 7"/>
          <p:cNvSpPr>
            <a:spLocks noGrp="1"/>
          </p:cNvSpPr>
          <p:nvPr>
            <p:ph type="dt" idx="39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927864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7801200" y="5552640"/>
            <a:ext cx="927864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ftr" idx="40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sldNum" idx="41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7941456-532F-46E8-B395-AA67E560125D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dt" idx="42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1255608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7801200" y="555264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12556080" y="555264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ftr" idx="43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7"/>
          <p:cNvSpPr>
            <a:spLocks noGrp="1"/>
          </p:cNvSpPr>
          <p:nvPr>
            <p:ph type="sldNum" idx="44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7F3608-7F3E-40ED-8AA1-A9EAEE151954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8"/>
          <p:cNvSpPr>
            <a:spLocks noGrp="1"/>
          </p:cNvSpPr>
          <p:nvPr>
            <p:ph type="dt" idx="45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10938600" y="223740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14076000" y="223740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 type="body"/>
          </p:nvPr>
        </p:nvSpPr>
        <p:spPr>
          <a:xfrm>
            <a:off x="7801200" y="555264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6"/>
          <p:cNvSpPr>
            <a:spLocks noGrp="1"/>
          </p:cNvSpPr>
          <p:nvPr>
            <p:ph type="body"/>
          </p:nvPr>
        </p:nvSpPr>
        <p:spPr>
          <a:xfrm>
            <a:off x="10938600" y="555264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7"/>
          <p:cNvSpPr>
            <a:spLocks noGrp="1"/>
          </p:cNvSpPr>
          <p:nvPr>
            <p:ph type="body"/>
          </p:nvPr>
        </p:nvSpPr>
        <p:spPr>
          <a:xfrm>
            <a:off x="14076000" y="555264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8"/>
          <p:cNvSpPr>
            <a:spLocks noGrp="1"/>
          </p:cNvSpPr>
          <p:nvPr>
            <p:ph type="ftr" idx="46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PlaceHolder 9"/>
          <p:cNvSpPr>
            <a:spLocks noGrp="1"/>
          </p:cNvSpPr>
          <p:nvPr>
            <p:ph type="sldNum" idx="47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590CA4A-8005-4F22-86B6-A997205DDFF2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PlaceHolder 10"/>
          <p:cNvSpPr>
            <a:spLocks noGrp="1"/>
          </p:cNvSpPr>
          <p:nvPr>
            <p:ph type="dt" idx="48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ftr" idx="49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ldNum" idx="50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D021FF-72D2-45EA-B928-4DF18FB2BF92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dt" idx="51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ftr" idx="52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53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808E3DC-2358-461B-931B-7E1E1A2DF233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dt" idx="54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9278640" cy="63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ftr" idx="55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56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2F69C73-2291-42FA-948C-BB57778618B7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dt" idx="57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4527720" cy="63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12556080" y="2237400"/>
            <a:ext cx="4527720" cy="63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ftr" idx="58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PlaceHolder 5"/>
          <p:cNvSpPr>
            <a:spLocks noGrp="1"/>
          </p:cNvSpPr>
          <p:nvPr>
            <p:ph type="sldNum" idx="59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D37FDA-723E-4100-B5E2-D7522248A959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PlaceHolder 6"/>
          <p:cNvSpPr>
            <a:spLocks noGrp="1"/>
          </p:cNvSpPr>
          <p:nvPr>
            <p:ph type="dt" idx="60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ftr" idx="61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62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222D6A-BF25-4639-A3FC-D6C209328E59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PlaceHolder 4"/>
          <p:cNvSpPr>
            <a:spLocks noGrp="1"/>
          </p:cNvSpPr>
          <p:nvPr>
            <p:ph type="dt" idx="63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ftr" idx="64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ldNum" idx="65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9AB6508-102A-4791-AA67-B0407C01D405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dt" idx="66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12556080" y="2237400"/>
            <a:ext cx="4527720" cy="63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7801200" y="555264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ftr" idx="67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3" name="PlaceHolder 6"/>
          <p:cNvSpPr>
            <a:spLocks noGrp="1"/>
          </p:cNvSpPr>
          <p:nvPr>
            <p:ph type="sldNum" idx="68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1E71637-D05E-4757-8D5E-A918EB9D3626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4" name="PlaceHolder 7"/>
          <p:cNvSpPr>
            <a:spLocks noGrp="1"/>
          </p:cNvSpPr>
          <p:nvPr>
            <p:ph type="dt" idx="69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4527720" cy="63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body"/>
          </p:nvPr>
        </p:nvSpPr>
        <p:spPr>
          <a:xfrm>
            <a:off x="1255608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body"/>
          </p:nvPr>
        </p:nvSpPr>
        <p:spPr>
          <a:xfrm>
            <a:off x="12556080" y="555264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 type="ftr" idx="70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PlaceHolder 6"/>
          <p:cNvSpPr>
            <a:spLocks noGrp="1"/>
          </p:cNvSpPr>
          <p:nvPr>
            <p:ph type="sldNum" idx="71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1E2CA93-EC3D-422E-BF47-80569C997603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PlaceHolder 7"/>
          <p:cNvSpPr>
            <a:spLocks noGrp="1"/>
          </p:cNvSpPr>
          <p:nvPr>
            <p:ph type="dt" idx="72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1255608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7801200" y="5552640"/>
            <a:ext cx="927864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ftr" idx="73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sldNum" idx="74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6F5BE3-576F-4E7F-8165-E1D97E273231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PlaceHolder 7"/>
          <p:cNvSpPr>
            <a:spLocks noGrp="1"/>
          </p:cNvSpPr>
          <p:nvPr>
            <p:ph type="dt" idx="75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927864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7801200" y="5552640"/>
            <a:ext cx="927864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ftr" idx="76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sldNum" idx="77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7101D1-5308-455C-9162-19D3F2D19195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dt" idx="78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/>
          </p:nvPr>
        </p:nvSpPr>
        <p:spPr>
          <a:xfrm>
            <a:off x="1255608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body"/>
          </p:nvPr>
        </p:nvSpPr>
        <p:spPr>
          <a:xfrm>
            <a:off x="7801200" y="555264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12556080" y="555264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6"/>
          <p:cNvSpPr>
            <a:spLocks noGrp="1"/>
          </p:cNvSpPr>
          <p:nvPr>
            <p:ph type="ftr" idx="79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PlaceHolder 7"/>
          <p:cNvSpPr>
            <a:spLocks noGrp="1"/>
          </p:cNvSpPr>
          <p:nvPr>
            <p:ph type="sldNum" idx="80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3193375-AA88-4A39-856D-007C724EA8DD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PlaceHolder 8"/>
          <p:cNvSpPr>
            <a:spLocks noGrp="1"/>
          </p:cNvSpPr>
          <p:nvPr>
            <p:ph type="dt" idx="81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body"/>
          </p:nvPr>
        </p:nvSpPr>
        <p:spPr>
          <a:xfrm>
            <a:off x="10938600" y="223740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 type="body"/>
          </p:nvPr>
        </p:nvSpPr>
        <p:spPr>
          <a:xfrm>
            <a:off x="14076000" y="223740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5"/>
          <p:cNvSpPr>
            <a:spLocks noGrp="1"/>
          </p:cNvSpPr>
          <p:nvPr>
            <p:ph type="body"/>
          </p:nvPr>
        </p:nvSpPr>
        <p:spPr>
          <a:xfrm>
            <a:off x="7801200" y="555264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6"/>
          <p:cNvSpPr>
            <a:spLocks noGrp="1"/>
          </p:cNvSpPr>
          <p:nvPr>
            <p:ph type="body"/>
          </p:nvPr>
        </p:nvSpPr>
        <p:spPr>
          <a:xfrm>
            <a:off x="10938600" y="555264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7"/>
          <p:cNvSpPr>
            <a:spLocks noGrp="1"/>
          </p:cNvSpPr>
          <p:nvPr>
            <p:ph type="body"/>
          </p:nvPr>
        </p:nvSpPr>
        <p:spPr>
          <a:xfrm>
            <a:off x="14076000" y="5552640"/>
            <a:ext cx="298728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8"/>
          <p:cNvSpPr>
            <a:spLocks noGrp="1"/>
          </p:cNvSpPr>
          <p:nvPr>
            <p:ph type="ftr" idx="82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PlaceHolder 9"/>
          <p:cNvSpPr>
            <a:spLocks noGrp="1"/>
          </p:cNvSpPr>
          <p:nvPr>
            <p:ph type="sldNum" idx="83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EB6A804-3D25-4AAB-B97D-7283847FD3C6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PlaceHolder 10"/>
          <p:cNvSpPr>
            <a:spLocks noGrp="1"/>
          </p:cNvSpPr>
          <p:nvPr>
            <p:ph type="dt" idx="84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ftr" idx="85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sldNum" idx="86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C7AEFCD-3213-4828-BEFE-27BB2B74790F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dt" idx="87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ftr" idx="88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89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B722EE5-9566-4FFB-80BA-8C45F1ED5155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 type="dt" idx="90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9278640" cy="63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ftr" idx="91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sldNum" idx="92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F1517FC-F02F-4D51-A527-C3195B9C861D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dt" idx="93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4527720" cy="63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body"/>
          </p:nvPr>
        </p:nvSpPr>
        <p:spPr>
          <a:xfrm>
            <a:off x="12556080" y="2237400"/>
            <a:ext cx="4527720" cy="63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 type="ftr" idx="94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PlaceHolder 5"/>
          <p:cNvSpPr>
            <a:spLocks noGrp="1"/>
          </p:cNvSpPr>
          <p:nvPr>
            <p:ph type="sldNum" idx="95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649C62-CE7F-4857-86EC-D6618315DCE8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PlaceHolder 6"/>
          <p:cNvSpPr>
            <a:spLocks noGrp="1"/>
          </p:cNvSpPr>
          <p:nvPr>
            <p:ph type="dt" idx="96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ftr" idx="97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98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161C32C-65C1-45A9-855F-F172D6E5806A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PlaceHolder 4"/>
          <p:cNvSpPr>
            <a:spLocks noGrp="1"/>
          </p:cNvSpPr>
          <p:nvPr>
            <p:ph type="dt" idx="99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ftr" idx="100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sldNum" idx="101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77B23AB-19FC-4BC7-BA5E-3983BA5763EC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dt" idx="102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body"/>
          </p:nvPr>
        </p:nvSpPr>
        <p:spPr>
          <a:xfrm>
            <a:off x="12556080" y="2237400"/>
            <a:ext cx="4527720" cy="63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4"/>
          <p:cNvSpPr>
            <a:spLocks noGrp="1"/>
          </p:cNvSpPr>
          <p:nvPr>
            <p:ph type="body"/>
          </p:nvPr>
        </p:nvSpPr>
        <p:spPr>
          <a:xfrm>
            <a:off x="7801200" y="555264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5"/>
          <p:cNvSpPr>
            <a:spLocks noGrp="1"/>
          </p:cNvSpPr>
          <p:nvPr>
            <p:ph type="ftr" idx="103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PlaceHolder 6"/>
          <p:cNvSpPr>
            <a:spLocks noGrp="1"/>
          </p:cNvSpPr>
          <p:nvPr>
            <p:ph type="sldNum" idx="104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1488DC-9371-4B40-83E5-FBF21FB916F6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PlaceHolder 7"/>
          <p:cNvSpPr>
            <a:spLocks noGrp="1"/>
          </p:cNvSpPr>
          <p:nvPr>
            <p:ph type="dt" idx="105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80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7801200" y="2237400"/>
            <a:ext cx="4527720" cy="63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12556080" y="223740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 type="body"/>
          </p:nvPr>
        </p:nvSpPr>
        <p:spPr>
          <a:xfrm>
            <a:off x="12556080" y="5552640"/>
            <a:ext cx="4527720" cy="3026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5"/>
          <p:cNvSpPr>
            <a:spLocks noGrp="1"/>
          </p:cNvSpPr>
          <p:nvPr>
            <p:ph type="ftr" idx="106"/>
          </p:nvPr>
        </p:nvSpPr>
        <p:spPr>
          <a:xfrm>
            <a:off x="6217920" y="9567000"/>
            <a:ext cx="585144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4" name="PlaceHolder 6"/>
          <p:cNvSpPr>
            <a:spLocks noGrp="1"/>
          </p:cNvSpPr>
          <p:nvPr>
            <p:ph type="sldNum" idx="107"/>
          </p:nvPr>
        </p:nvSpPr>
        <p:spPr>
          <a:xfrm>
            <a:off x="1316736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pc="-1" strike="noStrike">
                <a:solidFill>
                  <a:srgbClr val="b2b2b2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7EA6BC9-7BAB-484B-9ECD-F6FBEF09D8E0}" type="slidenum">
              <a:rPr b="0" lang="en-IN" sz="1400" spc="-1" strike="noStrike">
                <a:solidFill>
                  <a:srgbClr val="b2b2b2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PlaceHolder 7"/>
          <p:cNvSpPr>
            <a:spLocks noGrp="1"/>
          </p:cNvSpPr>
          <p:nvPr>
            <p:ph type="dt" idx="108"/>
          </p:nvPr>
        </p:nvSpPr>
        <p:spPr>
          <a:xfrm>
            <a:off x="914400" y="9567000"/>
            <a:ext cx="4205520" cy="5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3.png"/><Relationship Id="rId7" Type="http://schemas.openxmlformats.org/officeDocument/2006/relationships/image" Target="../media/image3.png"/><Relationship Id="rId8" Type="http://schemas.openxmlformats.org/officeDocument/2006/relationships/image" Target="../media/image3.png"/><Relationship Id="rId9" Type="http://schemas.openxmlformats.org/officeDocument/2006/relationships/image" Target="../media/image3.png"/><Relationship Id="rId10" Type="http://schemas.openxmlformats.org/officeDocument/2006/relationships/image" Target="../media/image3.png"/><Relationship Id="rId11" Type="http://schemas.openxmlformats.org/officeDocument/2006/relationships/image" Target="../media/image3.png"/><Relationship Id="rId12" Type="http://schemas.openxmlformats.org/officeDocument/2006/relationships/image" Target="../media/image3.png"/><Relationship Id="rId13" Type="http://schemas.openxmlformats.org/officeDocument/2006/relationships/image" Target="../media/image3.png"/><Relationship Id="rId14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image" Target="../media/image30.jpeg"/><Relationship Id="rId5" Type="http://schemas.openxmlformats.org/officeDocument/2006/relationships/slideLayout" Target="../slideLayouts/slideLayout2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image" Target="../media/image32.jpeg"/><Relationship Id="rId3" Type="http://schemas.openxmlformats.org/officeDocument/2006/relationships/image" Target="../media/image33.jpeg"/><Relationship Id="rId4" Type="http://schemas.openxmlformats.org/officeDocument/2006/relationships/slideLayout" Target="../slideLayouts/slideLayout2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image" Target="../media/image35.jpeg"/><Relationship Id="rId3" Type="http://schemas.openxmlformats.org/officeDocument/2006/relationships/image" Target="../media/image36.jpeg"/><Relationship Id="rId4" Type="http://schemas.openxmlformats.org/officeDocument/2006/relationships/slideLayout" Target="../slideLayouts/slideLayout2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3.png"/><Relationship Id="rId7" Type="http://schemas.openxmlformats.org/officeDocument/2006/relationships/image" Target="../media/image3.png"/><Relationship Id="rId8" Type="http://schemas.openxmlformats.org/officeDocument/2006/relationships/image" Target="../media/image3.png"/><Relationship Id="rId9" Type="http://schemas.openxmlformats.org/officeDocument/2006/relationships/image" Target="../media/image3.png"/><Relationship Id="rId10" Type="http://schemas.openxmlformats.org/officeDocument/2006/relationships/image" Target="../media/image3.png"/><Relationship Id="rId11" Type="http://schemas.openxmlformats.org/officeDocument/2006/relationships/image" Target="../media/image3.png"/><Relationship Id="rId1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768240" y="538200"/>
            <a:ext cx="16691400" cy="26974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894600" indent="-882720">
              <a:lnSpc>
                <a:spcPct val="135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IN" sz="4350" spc="-361" strike="noStrike">
                <a:solidFill>
                  <a:srgbClr val="000000"/>
                </a:solidFill>
                <a:latin typeface="Tahoma"/>
              </a:rPr>
              <a:t>Rajiv</a:t>
            </a:r>
            <a:r>
              <a:rPr b="1" lang="en-IN" sz="4350" spc="-395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1" lang="en-IN" sz="4350" spc="-381" strike="noStrike">
                <a:solidFill>
                  <a:srgbClr val="000000"/>
                </a:solidFill>
                <a:latin typeface="Tahoma"/>
              </a:rPr>
              <a:t>Gandhi</a:t>
            </a:r>
            <a:r>
              <a:rPr b="1" lang="en-IN" sz="4350" spc="-395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1" lang="en-IN" sz="4350" spc="-270" strike="noStrike">
                <a:solidFill>
                  <a:srgbClr val="000000"/>
                </a:solidFill>
                <a:latin typeface="Tahoma"/>
              </a:rPr>
              <a:t>University</a:t>
            </a:r>
            <a:r>
              <a:rPr b="1" lang="en-IN" sz="4350" spc="-395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1" lang="en-IN" sz="4350" spc="-137" strike="noStrike">
                <a:solidFill>
                  <a:srgbClr val="000000"/>
                </a:solidFill>
                <a:latin typeface="Tahoma"/>
              </a:rPr>
              <a:t>of</a:t>
            </a:r>
            <a:r>
              <a:rPr b="1" lang="en-IN" sz="4350" spc="-395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1" lang="en-IN" sz="4350" spc="-327" strike="noStrike">
                <a:solidFill>
                  <a:srgbClr val="000000"/>
                </a:solidFill>
                <a:latin typeface="Tahoma"/>
              </a:rPr>
              <a:t>Knowledge</a:t>
            </a:r>
            <a:r>
              <a:rPr b="1" lang="en-IN" sz="4350" spc="-395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1" lang="en-IN" sz="4350" spc="-216" strike="noStrike">
                <a:solidFill>
                  <a:srgbClr val="000000"/>
                </a:solidFill>
                <a:latin typeface="Tahoma"/>
              </a:rPr>
              <a:t>Technologies,Basar </a:t>
            </a:r>
            <a:r>
              <a:rPr b="1" lang="en-IN" sz="4350" spc="-327" strike="noStrike">
                <a:solidFill>
                  <a:srgbClr val="000000"/>
                </a:solidFill>
                <a:latin typeface="Tahoma"/>
              </a:rPr>
              <a:t>Department</a:t>
            </a:r>
            <a:r>
              <a:rPr b="1" lang="en-IN" sz="4350" spc="-392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1" lang="en-IN" sz="4350" spc="-137" strike="noStrike">
                <a:solidFill>
                  <a:srgbClr val="000000"/>
                </a:solidFill>
                <a:latin typeface="Tahoma"/>
              </a:rPr>
              <a:t>of</a:t>
            </a:r>
            <a:r>
              <a:rPr b="1" lang="en-IN" sz="4350" spc="-386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1" lang="en-IN" sz="4350" spc="-310" strike="noStrike">
                <a:solidFill>
                  <a:srgbClr val="000000"/>
                </a:solidFill>
                <a:latin typeface="Tahoma"/>
              </a:rPr>
              <a:t>Computer</a:t>
            </a:r>
            <a:r>
              <a:rPr b="1" lang="en-IN" sz="4350" spc="-386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1" lang="en-IN" sz="4350" spc="-191" strike="noStrike">
                <a:solidFill>
                  <a:srgbClr val="000000"/>
                </a:solidFill>
                <a:latin typeface="Tahoma"/>
              </a:rPr>
              <a:t>Science</a:t>
            </a:r>
            <a:r>
              <a:rPr b="1" lang="en-IN" sz="4350" spc="-386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1" lang="en-IN" sz="4350" spc="-341" strike="noStrike">
                <a:solidFill>
                  <a:srgbClr val="000000"/>
                </a:solidFill>
                <a:latin typeface="Tahoma"/>
              </a:rPr>
              <a:t>&amp;</a:t>
            </a:r>
            <a:r>
              <a:rPr b="1" lang="en-IN" sz="4350" spc="-386" strike="noStrike">
                <a:solidFill>
                  <a:srgbClr val="000000"/>
                </a:solidFill>
                <a:latin typeface="Tahoma"/>
              </a:rPr>
              <a:t> </a:t>
            </a:r>
            <a:r>
              <a:rPr b="1" lang="en-IN" sz="4350" spc="-307" strike="noStrike">
                <a:solidFill>
                  <a:srgbClr val="000000"/>
                </a:solidFill>
                <a:latin typeface="Tahoma"/>
              </a:rPr>
              <a:t>Engineering</a:t>
            </a:r>
            <a:endParaRPr b="0" lang="en-US" sz="4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object 3"/>
          <p:cNvSpPr/>
          <p:nvPr/>
        </p:nvSpPr>
        <p:spPr>
          <a:xfrm>
            <a:off x="5940000" y="2633760"/>
            <a:ext cx="61196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b="1" lang="en-IN" sz="2900" spc="-225" strike="noStrike">
                <a:solidFill>
                  <a:srgbClr val="000000"/>
                </a:solidFill>
                <a:latin typeface="Trebuchet MS"/>
                <a:ea typeface="DejaVu Sans"/>
              </a:rPr>
              <a:t>Title:</a:t>
            </a:r>
            <a:r>
              <a:rPr b="1" lang="en-IN" sz="2900" spc="-100" strike="noStrike">
                <a:solidFill>
                  <a:srgbClr val="000000"/>
                </a:solidFill>
                <a:latin typeface="Trebuchet MS"/>
                <a:ea typeface="DejaVu Sans"/>
              </a:rPr>
              <a:t> </a:t>
            </a:r>
            <a:r>
              <a:rPr b="1" lang="en-IN" sz="2900" spc="-270" strike="noStrike">
                <a:solidFill>
                  <a:srgbClr val="000000"/>
                </a:solidFill>
                <a:latin typeface="Trebuchet MS"/>
                <a:ea typeface="DejaVu Sans"/>
              </a:rPr>
              <a:t>Home</a:t>
            </a:r>
            <a:r>
              <a:rPr b="1" lang="en-IN" sz="2900" spc="-106" strike="noStrike">
                <a:solidFill>
                  <a:srgbClr val="000000"/>
                </a:solidFill>
                <a:latin typeface="Trebuchet MS"/>
                <a:ea typeface="DejaVu Sans"/>
              </a:rPr>
              <a:t> </a:t>
            </a:r>
            <a:r>
              <a:rPr b="1" lang="en-IN" sz="2900" spc="-211" strike="noStrike">
                <a:solidFill>
                  <a:srgbClr val="000000"/>
                </a:solidFill>
                <a:latin typeface="Trebuchet MS"/>
                <a:ea typeface="DejaVu Sans"/>
              </a:rPr>
              <a:t>Made</a:t>
            </a:r>
            <a:r>
              <a:rPr b="1" lang="en-IN" sz="2900" spc="-106" strike="noStrike">
                <a:solidFill>
                  <a:srgbClr val="000000"/>
                </a:solidFill>
                <a:latin typeface="Trebuchet MS"/>
                <a:ea typeface="DejaVu Sans"/>
              </a:rPr>
              <a:t> </a:t>
            </a:r>
            <a:r>
              <a:rPr b="1" lang="en-IN" sz="2900" spc="-185" strike="noStrike">
                <a:solidFill>
                  <a:srgbClr val="000000"/>
                </a:solidFill>
                <a:latin typeface="Trebuchet MS"/>
                <a:ea typeface="DejaVu Sans"/>
              </a:rPr>
              <a:t>Foodies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2" name="object 4" descr=""/>
          <p:cNvPicPr/>
          <p:nvPr/>
        </p:nvPicPr>
        <p:blipFill>
          <a:blip r:embed="rId1"/>
          <a:stretch/>
        </p:blipFill>
        <p:spPr>
          <a:xfrm>
            <a:off x="6051960" y="3381480"/>
            <a:ext cx="5064480" cy="5612760"/>
          </a:xfrm>
          <a:prstGeom prst="rect">
            <a:avLst/>
          </a:prstGeom>
          <a:ln w="0">
            <a:noFill/>
          </a:ln>
        </p:spPr>
      </p:pic>
      <p:sp>
        <p:nvSpPr>
          <p:cNvPr id="303" name="object 5"/>
          <p:cNvSpPr/>
          <p:nvPr/>
        </p:nvSpPr>
        <p:spPr>
          <a:xfrm>
            <a:off x="180000" y="7763040"/>
            <a:ext cx="5585400" cy="12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83880" bIns="0" anchor="t">
            <a:spAutoFit/>
          </a:bodyPr>
          <a:p>
            <a:pPr marL="955080" indent="-942840">
              <a:lnSpc>
                <a:spcPts val="4649"/>
              </a:lnSpc>
              <a:spcBef>
                <a:spcPts val="660"/>
              </a:spcBef>
              <a:tabLst>
                <a:tab algn="l" pos="0"/>
              </a:tabLst>
            </a:pPr>
            <a:r>
              <a:rPr b="0" lang="en-IN" sz="4250" spc="-420" strike="noStrike">
                <a:solidFill>
                  <a:srgbClr val="000000"/>
                </a:solidFill>
                <a:latin typeface="Tahoma"/>
                <a:ea typeface="DejaVu Sans"/>
              </a:rPr>
              <a:t>Under</a:t>
            </a:r>
            <a:r>
              <a:rPr b="0" lang="en-IN" sz="4250" spc="-335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en-IN" sz="4250" spc="-350" strike="noStrike">
                <a:solidFill>
                  <a:srgbClr val="000000"/>
                </a:solidFill>
                <a:latin typeface="Tahoma"/>
                <a:ea typeface="DejaVu Sans"/>
              </a:rPr>
              <a:t>the</a:t>
            </a:r>
            <a:r>
              <a:rPr b="0" lang="en-IN" sz="4250" spc="-330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en-IN" sz="4250" spc="-395" strike="noStrike">
                <a:solidFill>
                  <a:srgbClr val="000000"/>
                </a:solidFill>
                <a:latin typeface="Tahoma"/>
                <a:ea typeface="DejaVu Sans"/>
              </a:rPr>
              <a:t>Guidance</a:t>
            </a:r>
            <a:r>
              <a:rPr b="0" lang="en-IN" sz="4250" spc="-335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en-IN" sz="4250" spc="-460" strike="noStrike">
                <a:solidFill>
                  <a:srgbClr val="000000"/>
                </a:solidFill>
                <a:latin typeface="Tahoma"/>
                <a:ea typeface="DejaVu Sans"/>
              </a:rPr>
              <a:t>of: </a:t>
            </a:r>
            <a:r>
              <a:rPr b="0" lang="en-IN" sz="4250" spc="-420" strike="noStrike">
                <a:solidFill>
                  <a:srgbClr val="000000"/>
                </a:solidFill>
                <a:latin typeface="Tahoma"/>
                <a:ea typeface="DejaVu Sans"/>
              </a:rPr>
              <a:t>Devyani</a:t>
            </a:r>
            <a:r>
              <a:rPr b="0" lang="en-IN" sz="4250" spc="-341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en-IN" sz="4250" spc="-545" strike="noStrike">
                <a:solidFill>
                  <a:srgbClr val="000000"/>
                </a:solidFill>
                <a:latin typeface="Tahoma"/>
                <a:ea typeface="DejaVu Sans"/>
              </a:rPr>
              <a:t>Mam</a:t>
            </a:r>
            <a:endParaRPr b="0" lang="en-US" sz="4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object 6"/>
          <p:cNvSpPr/>
          <p:nvPr/>
        </p:nvSpPr>
        <p:spPr>
          <a:xfrm>
            <a:off x="10440000" y="6756840"/>
            <a:ext cx="9359640" cy="24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7320" bIns="0" anchor="t">
            <a:spAutoFit/>
          </a:bodyPr>
          <a:p>
            <a:pPr marL="798120" indent="698400">
              <a:lnSpc>
                <a:spcPct val="91000"/>
              </a:lnSpc>
              <a:spcBef>
                <a:spcPts val="530"/>
              </a:spcBef>
              <a:tabLst>
                <a:tab algn="l" pos="0"/>
              </a:tabLst>
            </a:pPr>
            <a:r>
              <a:rPr b="0" lang="en-IN" sz="4250" spc="-596" strike="noStrike">
                <a:solidFill>
                  <a:srgbClr val="000000"/>
                </a:solidFill>
                <a:latin typeface="Tahoma"/>
                <a:ea typeface="DejaVu Sans"/>
              </a:rPr>
              <a:t>Team</a:t>
            </a:r>
            <a:r>
              <a:rPr b="0" lang="en-IN" sz="4250" spc="-350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en-IN" sz="4250" spc="-355" strike="noStrike">
                <a:solidFill>
                  <a:srgbClr val="000000"/>
                </a:solidFill>
                <a:latin typeface="Tahoma"/>
                <a:ea typeface="DejaVu Sans"/>
              </a:rPr>
              <a:t>Details: </a:t>
            </a:r>
            <a:endParaRPr b="0" lang="en-US" sz="4250" spc="-1" strike="noStrike">
              <a:solidFill>
                <a:srgbClr val="000000"/>
              </a:solidFill>
              <a:latin typeface="Arial"/>
            </a:endParaRPr>
          </a:p>
          <a:p>
            <a:pPr marL="798120" indent="698400">
              <a:lnSpc>
                <a:spcPct val="91000"/>
              </a:lnSpc>
              <a:spcBef>
                <a:spcPts val="530"/>
              </a:spcBef>
              <a:tabLst>
                <a:tab algn="l" pos="0"/>
              </a:tabLst>
            </a:pPr>
            <a:r>
              <a:rPr b="0" lang="en-IN" sz="3750" spc="-330" strike="noStrike">
                <a:solidFill>
                  <a:srgbClr val="000000"/>
                </a:solidFill>
                <a:latin typeface="Tahoma"/>
                <a:ea typeface="DejaVu Sans"/>
              </a:rPr>
              <a:t>R.Ravi</a:t>
            </a:r>
            <a:r>
              <a:rPr b="0" lang="en-IN" sz="3750" spc="-375" strike="noStrike">
                <a:solidFill>
                  <a:srgbClr val="000000"/>
                </a:solidFill>
                <a:latin typeface="Tahoma"/>
                <a:ea typeface="DejaVu Sans"/>
              </a:rPr>
              <a:t>Kumar(B210071) </a:t>
            </a:r>
            <a:r>
              <a:rPr b="0" lang="en-IN" sz="4250" spc="-452" strike="noStrike">
                <a:solidFill>
                  <a:srgbClr val="000000"/>
                </a:solidFill>
                <a:latin typeface="Tahoma"/>
                <a:ea typeface="DejaVu Sans"/>
              </a:rPr>
              <a:t>K.Naveen(B210581)</a:t>
            </a:r>
            <a:endParaRPr b="0" lang="en-US" sz="4250" spc="-1" strike="noStrike">
              <a:solidFill>
                <a:srgbClr val="000000"/>
              </a:solidFill>
              <a:latin typeface="Arial"/>
            </a:endParaRPr>
          </a:p>
          <a:p>
            <a:pPr marL="12600" indent="698400">
              <a:lnSpc>
                <a:spcPts val="4649"/>
              </a:lnSpc>
              <a:tabLst>
                <a:tab algn="l" pos="0"/>
              </a:tabLst>
            </a:pPr>
            <a:r>
              <a:rPr b="0" lang="en-IN" sz="4250" spc="-426" strike="noStrike">
                <a:solidFill>
                  <a:srgbClr val="000000"/>
                </a:solidFill>
                <a:latin typeface="Tahoma"/>
                <a:ea typeface="DejaVu Sans"/>
              </a:rPr>
              <a:t>M.Rajendra</a:t>
            </a:r>
            <a:r>
              <a:rPr b="0" lang="en-IN" sz="4250" spc="-335" strike="noStrike">
                <a:solidFill>
                  <a:srgbClr val="000000"/>
                </a:solidFill>
                <a:latin typeface="Tahoma"/>
                <a:ea typeface="DejaVu Sans"/>
              </a:rPr>
              <a:t> </a:t>
            </a:r>
            <a:r>
              <a:rPr b="0" lang="en-IN" sz="4250" spc="-392" strike="noStrike">
                <a:solidFill>
                  <a:srgbClr val="000000"/>
                </a:solidFill>
                <a:latin typeface="Tahoma"/>
                <a:ea typeface="DejaVu Sans"/>
              </a:rPr>
              <a:t>Prasad(B211650)</a:t>
            </a:r>
            <a:endParaRPr b="0" lang="en-US" sz="4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6857280" cy="10286280"/>
          </a:xfrm>
          <a:prstGeom prst="rect">
            <a:avLst/>
          </a:prstGeom>
          <a:ln w="0">
            <a:noFill/>
          </a:ln>
        </p:spPr>
      </p:pic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7837560" y="1082880"/>
            <a:ext cx="6922080" cy="1733400"/>
          </a:xfrm>
          <a:prstGeom prst="rect">
            <a:avLst/>
          </a:prstGeom>
          <a:noFill/>
          <a:ln w="0">
            <a:noFill/>
          </a:ln>
        </p:spPr>
        <p:txBody>
          <a:bodyPr lIns="0" rIns="0" tIns="158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25"/>
              </a:spcBef>
              <a:buNone/>
            </a:pPr>
            <a:r>
              <a:rPr b="1" lang="en-IN" sz="5100" spc="-335" strike="noStrike">
                <a:solidFill>
                  <a:srgbClr val="000000"/>
                </a:solidFill>
                <a:latin typeface="Georgia"/>
              </a:rPr>
              <a:t>Platform</a:t>
            </a:r>
            <a:r>
              <a:rPr b="1" lang="en-IN" sz="5100" spc="-165" strike="noStrike">
                <a:solidFill>
                  <a:srgbClr val="000000"/>
                </a:solidFill>
                <a:latin typeface="Georgia"/>
              </a:rPr>
              <a:t> </a:t>
            </a:r>
            <a:r>
              <a:rPr b="1" lang="en-IN" sz="5100" spc="-392" strike="noStrike">
                <a:solidFill>
                  <a:srgbClr val="000000"/>
                </a:solidFill>
                <a:latin typeface="Georgia"/>
              </a:rPr>
              <a:t>Overview</a:t>
            </a:r>
            <a:endParaRPr b="0" lang="en-US" sz="5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7" name="object 4" descr=""/>
          <p:cNvPicPr/>
          <p:nvPr/>
        </p:nvPicPr>
        <p:blipFill>
          <a:blip r:embed="rId2"/>
          <a:stretch/>
        </p:blipFill>
        <p:spPr>
          <a:xfrm>
            <a:off x="7926480" y="4622760"/>
            <a:ext cx="75600" cy="75600"/>
          </a:xfrm>
          <a:prstGeom prst="rect">
            <a:avLst/>
          </a:prstGeom>
          <a:ln w="0">
            <a:noFill/>
          </a:ln>
        </p:spPr>
      </p:pic>
      <p:pic>
        <p:nvPicPr>
          <p:cNvPr id="308" name="object 5" descr=""/>
          <p:cNvPicPr/>
          <p:nvPr/>
        </p:nvPicPr>
        <p:blipFill>
          <a:blip r:embed="rId3"/>
          <a:stretch/>
        </p:blipFill>
        <p:spPr>
          <a:xfrm>
            <a:off x="7926480" y="5403960"/>
            <a:ext cx="75600" cy="75600"/>
          </a:xfrm>
          <a:prstGeom prst="rect">
            <a:avLst/>
          </a:prstGeom>
          <a:ln w="0">
            <a:noFill/>
          </a:ln>
        </p:spPr>
      </p:pic>
      <p:pic>
        <p:nvPicPr>
          <p:cNvPr id="309" name="object 6" descr=""/>
          <p:cNvPicPr/>
          <p:nvPr/>
        </p:nvPicPr>
        <p:blipFill>
          <a:blip r:embed="rId4"/>
          <a:stretch/>
        </p:blipFill>
        <p:spPr>
          <a:xfrm>
            <a:off x="7926480" y="6184800"/>
            <a:ext cx="75600" cy="75600"/>
          </a:xfrm>
          <a:prstGeom prst="rect">
            <a:avLst/>
          </a:prstGeom>
          <a:ln w="0">
            <a:noFill/>
          </a:ln>
        </p:spPr>
      </p:pic>
      <p:pic>
        <p:nvPicPr>
          <p:cNvPr id="310" name="object 7" descr=""/>
          <p:cNvPicPr/>
          <p:nvPr/>
        </p:nvPicPr>
        <p:blipFill>
          <a:blip r:embed="rId5"/>
          <a:stretch/>
        </p:blipFill>
        <p:spPr>
          <a:xfrm>
            <a:off x="7926480" y="6575400"/>
            <a:ext cx="75600" cy="75600"/>
          </a:xfrm>
          <a:prstGeom prst="rect">
            <a:avLst/>
          </a:prstGeom>
          <a:ln w="0">
            <a:noFill/>
          </a:ln>
        </p:spPr>
      </p:pic>
      <p:sp>
        <p:nvSpPr>
          <p:cNvPr id="311" name="PlaceHolder 2"/>
          <p:cNvSpPr>
            <a:spLocks noGrp="1"/>
          </p:cNvSpPr>
          <p:nvPr>
            <p:ph/>
          </p:nvPr>
        </p:nvSpPr>
        <p:spPr>
          <a:xfrm>
            <a:off x="7801200" y="2237400"/>
            <a:ext cx="9278640" cy="7068600"/>
          </a:xfrm>
          <a:prstGeom prst="rect">
            <a:avLst/>
          </a:prstGeom>
          <a:noFill/>
          <a:ln w="0">
            <a:noFill/>
          </a:ln>
        </p:spPr>
        <p:txBody>
          <a:bodyPr lIns="0" rIns="0" tIns="11520" bIns="0" anchor="t">
            <a:noAutofit/>
          </a:bodyPr>
          <a:p>
            <a:pPr marL="48960" indent="0">
              <a:lnSpc>
                <a:spcPct val="134000"/>
              </a:lnSpc>
              <a:spcBef>
                <a:spcPts val="91"/>
              </a:spcBef>
              <a:buNone/>
            </a:pP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HomeBite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is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</a:rPr>
              <a:t>a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92" strike="noStrike">
                <a:solidFill>
                  <a:srgbClr val="262525"/>
                </a:solidFill>
                <a:latin typeface="Tahoma"/>
              </a:rPr>
              <a:t>two-</a:t>
            </a:r>
            <a:r>
              <a:rPr b="0" lang="en-IN" sz="1900" spc="86" strike="noStrike">
                <a:solidFill>
                  <a:srgbClr val="262525"/>
                </a:solidFill>
                <a:latin typeface="Tahoma"/>
              </a:rPr>
              <a:t>sided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marketplace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</a:rPr>
              <a:t>platform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86" strike="noStrike">
                <a:solidFill>
                  <a:srgbClr val="262525"/>
                </a:solidFill>
                <a:latin typeface="Tahoma"/>
              </a:rPr>
              <a:t>designed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</a:rPr>
              <a:t>to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bridge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</a:rPr>
              <a:t>the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</a:rPr>
              <a:t>gap </a:t>
            </a:r>
            <a:r>
              <a:rPr b="0" lang="en-IN" sz="1900" spc="75" strike="noStrike">
                <a:solidFill>
                  <a:srgbClr val="262525"/>
                </a:solidFill>
                <a:latin typeface="Tahoma"/>
              </a:rPr>
              <a:t>between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92" strike="noStrike">
                <a:solidFill>
                  <a:srgbClr val="262525"/>
                </a:solidFill>
                <a:latin typeface="Tahoma"/>
              </a:rPr>
              <a:t>home-</a:t>
            </a:r>
            <a:r>
              <a:rPr b="0" lang="en-IN" sz="1900" spc="94" strike="noStrike">
                <a:solidFill>
                  <a:srgbClr val="262525"/>
                </a:solidFill>
                <a:latin typeface="Tahoma"/>
              </a:rPr>
              <a:t>based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86" strike="noStrike">
                <a:solidFill>
                  <a:srgbClr val="262525"/>
                </a:solidFill>
                <a:latin typeface="Tahoma"/>
              </a:rPr>
              <a:t>food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80" strike="noStrike">
                <a:solidFill>
                  <a:srgbClr val="262525"/>
                </a:solidFill>
                <a:latin typeface="Tahoma"/>
              </a:rPr>
              <a:t>vendors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and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80" strike="noStrike">
                <a:solidFill>
                  <a:srgbClr val="262525"/>
                </a:solidFill>
                <a:latin typeface="Tahoma"/>
              </a:rPr>
              <a:t>customers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80" strike="noStrike">
                <a:solidFill>
                  <a:srgbClr val="262525"/>
                </a:solidFill>
                <a:latin typeface="Tahoma"/>
              </a:rPr>
              <a:t>seeking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1" strike="noStrike">
                <a:solidFill>
                  <a:srgbClr val="262525"/>
                </a:solidFill>
                <a:latin typeface="Tahoma"/>
              </a:rPr>
              <a:t>authentic,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locally-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prepared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35" strike="noStrike">
                <a:solidFill>
                  <a:srgbClr val="262525"/>
                </a:solidFill>
                <a:latin typeface="Tahoma"/>
              </a:rPr>
              <a:t>meals.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8960" indent="0">
              <a:lnSpc>
                <a:spcPct val="100000"/>
              </a:lnSpc>
              <a:spcBef>
                <a:spcPts val="850"/>
              </a:spcBef>
              <a:buNone/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48960" indent="0">
              <a:lnSpc>
                <a:spcPct val="100000"/>
              </a:lnSpc>
              <a:buNone/>
            </a:pPr>
            <a:r>
              <a:rPr b="1" lang="en-IN" sz="1900" spc="-1" strike="noStrike">
                <a:solidFill>
                  <a:srgbClr val="262525"/>
                </a:solidFill>
                <a:latin typeface="Tahoma"/>
              </a:rPr>
              <a:t>Core</a:t>
            </a:r>
            <a:r>
              <a:rPr b="1" lang="en-IN" sz="1900" spc="-2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1" lang="en-IN" sz="1900" spc="-12" strike="noStrike">
                <a:solidFill>
                  <a:srgbClr val="262525"/>
                </a:solidFill>
                <a:latin typeface="Tahoma"/>
              </a:rPr>
              <a:t>Capabilities: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0920" indent="0">
              <a:lnSpc>
                <a:spcPct val="134000"/>
              </a:lnSpc>
              <a:spcBef>
                <a:spcPts val="2245"/>
              </a:spcBef>
              <a:buNone/>
            </a:pPr>
            <a:r>
              <a:rPr b="0" lang="en-IN" sz="1900" spc="92" strike="noStrike">
                <a:solidFill>
                  <a:srgbClr val="262525"/>
                </a:solidFill>
                <a:latin typeface="Tahoma"/>
              </a:rPr>
              <a:t>Vendors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94" strike="noStrike">
                <a:solidFill>
                  <a:srgbClr val="262525"/>
                </a:solidFill>
                <a:latin typeface="Tahoma"/>
              </a:rPr>
              <a:t>can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</a:rPr>
              <a:t>list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and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manage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</a:rPr>
              <a:t>their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92" strike="noStrike">
                <a:solidFill>
                  <a:srgbClr val="262525"/>
                </a:solidFill>
                <a:latin typeface="Tahoma"/>
              </a:rPr>
              <a:t>home-</a:t>
            </a:r>
            <a:r>
              <a:rPr b="0" lang="en-IN" sz="1900" spc="106" strike="noStrike">
                <a:solidFill>
                  <a:srgbClr val="262525"/>
                </a:solidFill>
                <a:latin typeface="Tahoma"/>
              </a:rPr>
              <a:t>cooked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86" strike="noStrike">
                <a:solidFill>
                  <a:srgbClr val="262525"/>
                </a:solidFill>
                <a:latin typeface="Tahoma"/>
              </a:rPr>
              <a:t>food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offerings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</a:rPr>
              <a:t>with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complete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</a:rPr>
              <a:t>control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0920" indent="0">
              <a:lnSpc>
                <a:spcPct val="134000"/>
              </a:lnSpc>
              <a:buNone/>
            </a:pPr>
            <a:r>
              <a:rPr b="0" lang="en-IN" sz="1900" spc="92" strike="noStrike">
                <a:solidFill>
                  <a:srgbClr val="262525"/>
                </a:solidFill>
                <a:latin typeface="Tahoma"/>
              </a:rPr>
              <a:t>Customers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94" strike="noStrike">
                <a:solidFill>
                  <a:srgbClr val="262525"/>
                </a:solidFill>
                <a:latin typeface="Tahoma"/>
              </a:rPr>
              <a:t>can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browse,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search,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and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92" strike="noStrike">
                <a:solidFill>
                  <a:srgbClr val="262525"/>
                </a:solidFill>
                <a:latin typeface="Tahoma"/>
              </a:rPr>
              <a:t>discover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92" strike="noStrike">
                <a:solidFill>
                  <a:srgbClr val="262525"/>
                </a:solidFill>
                <a:latin typeface="Tahoma"/>
              </a:rPr>
              <a:t>home-</a:t>
            </a:r>
            <a:r>
              <a:rPr b="0" lang="en-IN" sz="1900" spc="106" strike="noStrike">
                <a:solidFill>
                  <a:srgbClr val="262525"/>
                </a:solidFill>
                <a:latin typeface="Tahoma"/>
              </a:rPr>
              <a:t>cooked</a:t>
            </a:r>
            <a:r>
              <a:rPr b="0" lang="en-IN" sz="1900" spc="-4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meals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</a:rPr>
              <a:t>in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-12" strike="noStrike">
                <a:solidFill>
                  <a:srgbClr val="262525"/>
                </a:solidFill>
                <a:latin typeface="Tahoma"/>
              </a:rPr>
              <a:t>their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</a:rPr>
              <a:t>locality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0920" indent="0">
              <a:lnSpc>
                <a:spcPct val="134000"/>
              </a:lnSpc>
              <a:buNone/>
            </a:pPr>
            <a:r>
              <a:rPr b="0" lang="en-IN" sz="1900" spc="94" strike="noStrike">
                <a:solidFill>
                  <a:srgbClr val="262525"/>
                </a:solidFill>
                <a:latin typeface="Tahoma"/>
              </a:rPr>
              <a:t>Secure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</a:rPr>
              <a:t>payment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92" strike="noStrike">
                <a:solidFill>
                  <a:srgbClr val="262525"/>
                </a:solidFill>
                <a:latin typeface="Tahoma"/>
              </a:rPr>
              <a:t>processing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</a:rPr>
              <a:t>with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1" strike="noStrike">
                <a:solidFill>
                  <a:srgbClr val="262525"/>
                </a:solidFill>
                <a:latin typeface="Tahoma"/>
              </a:rPr>
              <a:t>multiple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</a:rPr>
              <a:t>payment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method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</a:rPr>
              <a:t>support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</a:rPr>
              <a:t>Integrated</a:t>
            </a:r>
            <a:r>
              <a:rPr b="0" lang="en-IN" sz="1900" spc="1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</a:rPr>
              <a:t>delivery</a:t>
            </a:r>
            <a:r>
              <a:rPr b="0" lang="en-IN" sz="1900" spc="1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</a:rPr>
              <a:t>tracking</a:t>
            </a:r>
            <a:r>
              <a:rPr b="0" lang="en-IN" sz="1900" spc="2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</a:rPr>
              <a:t>with</a:t>
            </a:r>
            <a:r>
              <a:rPr b="0" lang="en-IN" sz="1900" spc="1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real-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</a:rPr>
              <a:t>time</a:t>
            </a:r>
            <a:r>
              <a:rPr b="0" lang="en-IN" sz="1900" spc="1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</a:rPr>
              <a:t>status</a:t>
            </a:r>
            <a:r>
              <a:rPr b="0" lang="en-IN" sz="1900" spc="2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updates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0920" indent="0">
              <a:lnSpc>
                <a:spcPct val="100000"/>
              </a:lnSpc>
              <a:buNone/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40920" indent="0">
              <a:lnSpc>
                <a:spcPct val="100000"/>
              </a:lnSpc>
              <a:spcBef>
                <a:spcPts val="609"/>
              </a:spcBef>
              <a:buNone/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12600" indent="0">
              <a:lnSpc>
                <a:spcPct val="134000"/>
              </a:lnSpc>
              <a:spcBef>
                <a:spcPts val="6"/>
              </a:spcBef>
              <a:buNone/>
            </a:pPr>
            <a:r>
              <a:rPr b="1" lang="en-IN" sz="1900" spc="-1" strike="noStrike">
                <a:solidFill>
                  <a:srgbClr val="262525"/>
                </a:solidFill>
                <a:latin typeface="Tahoma"/>
              </a:rPr>
              <a:t>Technical</a:t>
            </a:r>
            <a:r>
              <a:rPr b="1" lang="en-IN" sz="1900" spc="-7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1" lang="en-IN" sz="1900" spc="-1" strike="noStrike">
                <a:solidFill>
                  <a:srgbClr val="262525"/>
                </a:solidFill>
                <a:latin typeface="Tahoma"/>
              </a:rPr>
              <a:t>Stack:</a:t>
            </a:r>
            <a:r>
              <a:rPr b="1" lang="en-IN" sz="1900" spc="2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92" strike="noStrike">
                <a:solidFill>
                  <a:srgbClr val="262525"/>
                </a:solidFill>
                <a:latin typeface="Tahoma"/>
              </a:rPr>
              <a:t>Mobile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86" strike="noStrike">
                <a:solidFill>
                  <a:srgbClr val="262525"/>
                </a:solidFill>
                <a:latin typeface="Tahoma"/>
              </a:rPr>
              <a:t>app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</a:rPr>
              <a:t>built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using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React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Native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</a:rPr>
              <a:t>(Expo),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100" strike="noStrike">
                <a:solidFill>
                  <a:srgbClr val="262525"/>
                </a:solidFill>
                <a:latin typeface="Tahoma"/>
              </a:rPr>
              <a:t>Backend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94" strike="noStrike">
                <a:solidFill>
                  <a:srgbClr val="262525"/>
                </a:solidFill>
                <a:latin typeface="Tahoma"/>
              </a:rPr>
              <a:t>REST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-26" strike="noStrike">
                <a:solidFill>
                  <a:srgbClr val="262525"/>
                </a:solidFill>
                <a:latin typeface="Tahoma"/>
              </a:rPr>
              <a:t>API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using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</a:rPr>
              <a:t>Node.js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and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</a:rPr>
              <a:t>Express.js,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145" strike="noStrike">
                <a:solidFill>
                  <a:srgbClr val="262525"/>
                </a:solidFill>
                <a:latin typeface="Tahoma"/>
              </a:rPr>
              <a:t>MySQL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database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managed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</a:rPr>
              <a:t>with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Prisma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ORM.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</a:rPr>
              <a:t>Platform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75" strike="noStrike">
                <a:solidFill>
                  <a:srgbClr val="262525"/>
                </a:solidFill>
                <a:latin typeface="Tahoma"/>
              </a:rPr>
              <a:t>supports</a:t>
            </a:r>
            <a:r>
              <a:rPr b="0" lang="en-IN" sz="1900" spc="-2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</a:rPr>
              <a:t>three</a:t>
            </a:r>
            <a:r>
              <a:rPr b="0" lang="en-IN" sz="1900" spc="-2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</a:rPr>
              <a:t>distinct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user</a:t>
            </a:r>
            <a:r>
              <a:rPr b="0" lang="en-IN" sz="1900" spc="-2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</a:rPr>
              <a:t>roles:</a:t>
            </a:r>
            <a:r>
              <a:rPr b="0" lang="en-IN" sz="1900" spc="-2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Customer,</a:t>
            </a:r>
            <a:r>
              <a:rPr b="0" lang="en-IN" sz="1900" spc="-2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</a:rPr>
              <a:t>Vendor,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and</a:t>
            </a:r>
            <a:r>
              <a:rPr b="0" lang="en-IN" sz="1900" spc="-2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29" strike="noStrike">
                <a:solidFill>
                  <a:srgbClr val="262525"/>
                </a:solidFill>
                <a:latin typeface="Tahoma"/>
              </a:rPr>
              <a:t>Administrator.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6857280" cy="10286280"/>
          </a:xfrm>
          <a:prstGeom prst="rect">
            <a:avLst/>
          </a:prstGeom>
          <a:ln w="0">
            <a:noFill/>
          </a:ln>
        </p:spPr>
      </p:pic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7721640" y="1163520"/>
            <a:ext cx="8298000" cy="1730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IN" sz="4500" spc="-321" strike="noStrike">
                <a:solidFill>
                  <a:srgbClr val="000000"/>
                </a:solidFill>
                <a:latin typeface="Georgia"/>
              </a:rPr>
              <a:t>Market</a:t>
            </a:r>
            <a:r>
              <a:rPr b="1" lang="en-IN" sz="4500" spc="-151" strike="noStrike">
                <a:solidFill>
                  <a:srgbClr val="000000"/>
                </a:solidFill>
                <a:latin typeface="Georgia"/>
              </a:rPr>
              <a:t> </a:t>
            </a:r>
            <a:r>
              <a:rPr b="1" lang="en-IN" sz="4500" spc="-409" strike="noStrike">
                <a:solidFill>
                  <a:srgbClr val="000000"/>
                </a:solidFill>
                <a:latin typeface="Georgia"/>
              </a:rPr>
              <a:t>Gap</a:t>
            </a:r>
            <a:r>
              <a:rPr b="1" lang="en-IN" sz="4500" spc="-151" strike="noStrike">
                <a:solidFill>
                  <a:srgbClr val="000000"/>
                </a:solidFill>
                <a:latin typeface="Georgia"/>
              </a:rPr>
              <a:t> </a:t>
            </a:r>
            <a:r>
              <a:rPr b="1" lang="en-IN" sz="4500" spc="-225" strike="noStrike">
                <a:solidFill>
                  <a:srgbClr val="000000"/>
                </a:solidFill>
                <a:latin typeface="Georgia"/>
              </a:rPr>
              <a:t>&amp;</a:t>
            </a:r>
            <a:r>
              <a:rPr b="1" lang="en-IN" sz="4500" spc="-151" strike="noStrike">
                <a:solidFill>
                  <a:srgbClr val="000000"/>
                </a:solidFill>
                <a:latin typeface="Georgia"/>
              </a:rPr>
              <a:t> </a:t>
            </a:r>
            <a:r>
              <a:rPr b="1" lang="en-IN" sz="4500" spc="-276" strike="noStrike">
                <a:solidFill>
                  <a:srgbClr val="000000"/>
                </a:solidFill>
                <a:latin typeface="Georgia"/>
              </a:rPr>
              <a:t>Challenges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object 4"/>
          <p:cNvSpPr/>
          <p:nvPr/>
        </p:nvSpPr>
        <p:spPr>
          <a:xfrm>
            <a:off x="7721640" y="2391120"/>
            <a:ext cx="4500000" cy="252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 anchor="t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1" lang="en-IN" sz="2650" spc="-171" strike="noStrike">
                <a:solidFill>
                  <a:srgbClr val="000000"/>
                </a:solidFill>
                <a:latin typeface="Georgia"/>
                <a:ea typeface="DejaVu Sans"/>
              </a:rPr>
              <a:t>Current</a:t>
            </a:r>
            <a:r>
              <a:rPr b="1" lang="en-IN" sz="2650" spc="-46" strike="noStrike">
                <a:solidFill>
                  <a:srgbClr val="000000"/>
                </a:solidFill>
                <a:latin typeface="Georgia"/>
                <a:ea typeface="DejaVu Sans"/>
              </a:rPr>
              <a:t> </a:t>
            </a:r>
            <a:r>
              <a:rPr b="1" lang="en-IN" sz="2650" spc="-182" strike="noStrike">
                <a:solidFill>
                  <a:srgbClr val="000000"/>
                </a:solidFill>
                <a:latin typeface="Georgia"/>
                <a:ea typeface="DejaVu Sans"/>
              </a:rPr>
              <a:t>Market</a:t>
            </a:r>
            <a:r>
              <a:rPr b="1" lang="en-IN" sz="2650" spc="-32" strike="noStrike">
                <a:solidFill>
                  <a:srgbClr val="000000"/>
                </a:solidFill>
                <a:latin typeface="Georgia"/>
                <a:ea typeface="DejaVu Sans"/>
              </a:rPr>
              <a:t> </a:t>
            </a:r>
            <a:r>
              <a:rPr b="1" lang="en-IN" sz="2650" spc="-41" strike="noStrike">
                <a:solidFill>
                  <a:srgbClr val="000000"/>
                </a:solidFill>
                <a:latin typeface="Georgia"/>
                <a:ea typeface="DejaVu Sans"/>
              </a:rPr>
              <a:t>Limitations</a:t>
            </a:r>
            <a:endParaRPr b="0" lang="en-US" sz="26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28000"/>
              </a:lnSpc>
              <a:spcBef>
                <a:spcPts val="1375"/>
              </a:spcBef>
            </a:pP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Existing</a:t>
            </a:r>
            <a:r>
              <a:rPr b="0" lang="en-IN" sz="16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80" strike="noStrike">
                <a:solidFill>
                  <a:srgbClr val="262525"/>
                </a:solidFill>
                <a:latin typeface="Tahoma"/>
                <a:ea typeface="DejaVu Sans"/>
              </a:rPr>
              <a:t>food</a:t>
            </a:r>
            <a:r>
              <a:rPr b="0" lang="en-IN" sz="16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delivery</a:t>
            </a:r>
            <a:r>
              <a:rPr b="0" lang="en-IN" sz="16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platforms</a:t>
            </a:r>
            <a:r>
              <a:rPr b="0" lang="en-IN" sz="16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6" strike="noStrike">
                <a:solidFill>
                  <a:srgbClr val="262525"/>
                </a:solidFill>
                <a:latin typeface="Tahoma"/>
                <a:ea typeface="DejaVu Sans"/>
              </a:rPr>
              <a:t>like</a:t>
            </a:r>
            <a:r>
              <a:rPr b="0" lang="en-IN" sz="16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Zomato 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86" strike="noStrike">
                <a:solidFill>
                  <a:srgbClr val="262525"/>
                </a:solidFill>
                <a:latin typeface="Tahoma"/>
                <a:ea typeface="DejaVu Sans"/>
              </a:rPr>
              <a:t>Swiggy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100" strike="noStrike">
                <a:solidFill>
                  <a:srgbClr val="262525"/>
                </a:solidFill>
                <a:latin typeface="Tahoma"/>
                <a:ea typeface="DejaVu Sans"/>
              </a:rPr>
              <a:t>focus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exclusively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on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registered </a:t>
            </a:r>
            <a:r>
              <a:rPr b="0" lang="en-IN" sz="1650" spc="7" strike="noStrike">
                <a:solidFill>
                  <a:srgbClr val="262525"/>
                </a:solidFill>
                <a:latin typeface="Tahoma"/>
                <a:ea typeface="DejaVu Sans"/>
              </a:rPr>
              <a:t>restaurants,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9" strike="noStrike">
                <a:solidFill>
                  <a:srgbClr val="262525"/>
                </a:solidFill>
                <a:latin typeface="Tahoma"/>
                <a:ea typeface="DejaVu Sans"/>
              </a:rPr>
              <a:t>excluding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7" strike="noStrike">
                <a:solidFill>
                  <a:srgbClr val="262525"/>
                </a:solidFill>
                <a:latin typeface="Tahoma"/>
                <a:ea typeface="DejaVu Sans"/>
              </a:rPr>
              <a:t>the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vast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94" strike="noStrike">
                <a:solidFill>
                  <a:srgbClr val="262525"/>
                </a:solidFill>
                <a:latin typeface="Tahoma"/>
                <a:ea typeface="DejaVu Sans"/>
              </a:rPr>
              <a:t>ecosystem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6" strike="noStrike">
                <a:solidFill>
                  <a:srgbClr val="262525"/>
                </a:solidFill>
                <a:latin typeface="Tahoma"/>
                <a:ea typeface="DejaVu Sans"/>
              </a:rPr>
              <a:t>of </a:t>
            </a:r>
            <a:r>
              <a:rPr b="0" lang="en-IN" sz="1650" spc="94" strike="noStrike">
                <a:solidFill>
                  <a:srgbClr val="262525"/>
                </a:solidFill>
                <a:latin typeface="Tahoma"/>
                <a:ea typeface="DejaVu Sans"/>
              </a:rPr>
              <a:t>home-</a:t>
            </a:r>
            <a:r>
              <a:rPr b="0" lang="en-IN" sz="1650" spc="86" strike="noStrike">
                <a:solidFill>
                  <a:srgbClr val="262525"/>
                </a:solidFill>
                <a:latin typeface="Tahoma"/>
                <a:ea typeface="DejaVu Sans"/>
              </a:rPr>
              <a:t>based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80" strike="noStrike">
                <a:solidFill>
                  <a:srgbClr val="262525"/>
                </a:solidFill>
                <a:latin typeface="Tahoma"/>
                <a:ea typeface="DejaVu Sans"/>
              </a:rPr>
              <a:t>food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businesses.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9" strike="noStrike">
                <a:solidFill>
                  <a:srgbClr val="262525"/>
                </a:solidFill>
                <a:latin typeface="Tahoma"/>
                <a:ea typeface="DejaVu Sans"/>
              </a:rPr>
              <a:t>This </a:t>
            </a: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creates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7" strike="noStrike">
                <a:solidFill>
                  <a:srgbClr val="262525"/>
                </a:solidFill>
                <a:latin typeface="Tahoma"/>
                <a:ea typeface="DejaVu Sans"/>
              </a:rPr>
              <a:t>a </a:t>
            </a:r>
            <a:r>
              <a:rPr b="0" lang="en-IN" sz="1650" spc="60" strike="noStrike">
                <a:solidFill>
                  <a:srgbClr val="262525"/>
                </a:solidFill>
                <a:latin typeface="Tahoma"/>
                <a:ea typeface="DejaVu Sans"/>
              </a:rPr>
              <a:t>significant</a:t>
            </a:r>
            <a:r>
              <a:rPr b="0" lang="en-IN" sz="16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6" strike="noStrike">
                <a:solidFill>
                  <a:srgbClr val="262525"/>
                </a:solidFill>
                <a:latin typeface="Tahoma"/>
                <a:ea typeface="DejaVu Sans"/>
              </a:rPr>
              <a:t>market</a:t>
            </a:r>
            <a:r>
              <a:rPr b="0" lang="en-IN" sz="16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29" strike="noStrike">
                <a:solidFill>
                  <a:srgbClr val="262525"/>
                </a:solidFill>
                <a:latin typeface="Tahoma"/>
                <a:ea typeface="DejaVu Sans"/>
              </a:rPr>
              <a:t>gap.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object 5"/>
          <p:cNvSpPr/>
          <p:nvPr/>
        </p:nvSpPr>
        <p:spPr>
          <a:xfrm>
            <a:off x="7721640" y="4865400"/>
            <a:ext cx="2358000" cy="5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 anchor="t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1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Key</a:t>
            </a:r>
            <a:r>
              <a:rPr b="1" lang="en-IN" sz="165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1" lang="en-IN" sz="1650" spc="-21" strike="noStrike">
                <a:solidFill>
                  <a:srgbClr val="262525"/>
                </a:solidFill>
                <a:latin typeface="Tahoma"/>
                <a:ea typeface="DejaVu Sans"/>
              </a:rPr>
              <a:t>Issues: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6" name="object 6" descr=""/>
          <p:cNvPicPr/>
          <p:nvPr/>
        </p:nvPicPr>
        <p:blipFill>
          <a:blip r:embed="rId2"/>
          <a:stretch/>
        </p:blipFill>
        <p:spPr>
          <a:xfrm>
            <a:off x="7791480" y="5491800"/>
            <a:ext cx="65880" cy="65880"/>
          </a:xfrm>
          <a:prstGeom prst="rect">
            <a:avLst/>
          </a:prstGeom>
          <a:ln w="0">
            <a:noFill/>
          </a:ln>
        </p:spPr>
      </p:pic>
      <p:sp>
        <p:nvSpPr>
          <p:cNvPr id="317" name="object 7"/>
          <p:cNvSpPr/>
          <p:nvPr/>
        </p:nvSpPr>
        <p:spPr>
          <a:xfrm>
            <a:off x="8001000" y="5418000"/>
            <a:ext cx="4157280" cy="258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 anchor="t">
            <a:spAutoFit/>
          </a:bodyPr>
          <a:p>
            <a:pPr marL="12600">
              <a:lnSpc>
                <a:spcPct val="128000"/>
              </a:lnSpc>
              <a:spcBef>
                <a:spcPts val="91"/>
              </a:spcBef>
            </a:pPr>
            <a:r>
              <a:rPr b="0" lang="en-IN" sz="1650" spc="114" strike="noStrike">
                <a:solidFill>
                  <a:srgbClr val="262525"/>
                </a:solidFill>
                <a:latin typeface="Tahoma"/>
                <a:ea typeface="DejaVu Sans"/>
              </a:rPr>
              <a:t>No</a:t>
            </a:r>
            <a:r>
              <a:rPr b="0" lang="en-IN" sz="16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structured</a:t>
            </a:r>
            <a:r>
              <a:rPr b="0" lang="en-IN" sz="16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6" strike="noStrike">
                <a:solidFill>
                  <a:srgbClr val="262525"/>
                </a:solidFill>
                <a:latin typeface="Tahoma"/>
                <a:ea typeface="DejaVu Sans"/>
              </a:rPr>
              <a:t>platform</a:t>
            </a:r>
            <a:r>
              <a:rPr b="0" lang="en-IN" sz="16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for</a:t>
            </a:r>
            <a:r>
              <a:rPr b="0" lang="en-IN" sz="16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home</a:t>
            </a:r>
            <a:r>
              <a:rPr b="0" lang="en-IN" sz="16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109" strike="noStrike">
                <a:solidFill>
                  <a:srgbClr val="262525"/>
                </a:solidFill>
                <a:latin typeface="Tahoma"/>
                <a:ea typeface="DejaVu Sans"/>
              </a:rPr>
              <a:t>cooks</a:t>
            </a:r>
            <a:r>
              <a:rPr b="0" lang="en-IN" sz="16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-26" strike="noStrike">
                <a:solidFill>
                  <a:srgbClr val="262525"/>
                </a:solidFill>
                <a:latin typeface="Tahoma"/>
                <a:ea typeface="DejaVu Sans"/>
              </a:rPr>
              <a:t>to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sell</a:t>
            </a:r>
            <a:r>
              <a:rPr b="0" lang="en-IN" sz="165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their</a:t>
            </a:r>
            <a:r>
              <a:rPr b="0" lang="en-IN" sz="165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0" strike="noStrike">
                <a:solidFill>
                  <a:srgbClr val="262525"/>
                </a:solidFill>
                <a:latin typeface="Tahoma"/>
                <a:ea typeface="DejaVu Sans"/>
              </a:rPr>
              <a:t>food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28000"/>
              </a:lnSpc>
            </a:pPr>
            <a:r>
              <a:rPr b="0" lang="en-IN" sz="1650" spc="69" strike="noStrike">
                <a:solidFill>
                  <a:srgbClr val="262525"/>
                </a:solidFill>
                <a:latin typeface="Tahoma"/>
                <a:ea typeface="DejaVu Sans"/>
              </a:rPr>
              <a:t>Manual</a:t>
            </a:r>
            <a:r>
              <a:rPr b="0" lang="en-IN" sz="16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order</a:t>
            </a:r>
            <a:r>
              <a:rPr b="0" lang="en-IN" sz="16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0" strike="noStrike">
                <a:solidFill>
                  <a:srgbClr val="262525"/>
                </a:solidFill>
                <a:latin typeface="Tahoma"/>
                <a:ea typeface="DejaVu Sans"/>
              </a:rPr>
              <a:t>management</a:t>
            </a:r>
            <a:r>
              <a:rPr b="0" lang="en-IN" sz="16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6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100" strike="noStrike">
                <a:solidFill>
                  <a:srgbClr val="262525"/>
                </a:solidFill>
                <a:latin typeface="Tahoma"/>
                <a:ea typeface="DejaVu Sans"/>
              </a:rPr>
              <a:t>cash-</a:t>
            </a:r>
            <a:r>
              <a:rPr b="0" lang="en-IN" sz="1650" spc="86" strike="noStrike">
                <a:solidFill>
                  <a:srgbClr val="262525"/>
                </a:solidFill>
                <a:latin typeface="Tahoma"/>
                <a:ea typeface="DejaVu Sans"/>
              </a:rPr>
              <a:t>based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transactions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28000"/>
              </a:lnSpc>
            </a:pP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Difficulty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discovering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6" strike="noStrike">
                <a:solidFill>
                  <a:srgbClr val="262525"/>
                </a:solidFill>
                <a:latin typeface="Tahoma"/>
                <a:ea typeface="DejaVu Sans"/>
              </a:rPr>
              <a:t>authentic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home-</a:t>
            </a:r>
            <a:r>
              <a:rPr b="0" lang="en-IN" sz="1650" spc="94" strike="noStrike">
                <a:solidFill>
                  <a:srgbClr val="262525"/>
                </a:solidFill>
                <a:latin typeface="Tahoma"/>
                <a:ea typeface="DejaVu Sans"/>
              </a:rPr>
              <a:t>cooked</a:t>
            </a:r>
            <a:r>
              <a:rPr b="0" lang="en-IN" sz="16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9" strike="noStrike">
                <a:solidFill>
                  <a:srgbClr val="262525"/>
                </a:solidFill>
                <a:latin typeface="Tahoma"/>
                <a:ea typeface="DejaVu Sans"/>
              </a:rPr>
              <a:t>meals</a:t>
            </a:r>
            <a:r>
              <a:rPr b="0" lang="en-IN" sz="16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nearby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28000"/>
              </a:lnSpc>
            </a:pPr>
            <a:r>
              <a:rPr b="0" lang="en-IN" sz="1650" spc="114" strike="noStrike">
                <a:solidFill>
                  <a:srgbClr val="262525"/>
                </a:solidFill>
                <a:latin typeface="Tahoma"/>
                <a:ea typeface="DejaVu Sans"/>
              </a:rPr>
              <a:t>No</a:t>
            </a:r>
            <a:r>
              <a:rPr b="0" lang="en-IN" sz="165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9" strike="noStrike">
                <a:solidFill>
                  <a:srgbClr val="262525"/>
                </a:solidFill>
                <a:latin typeface="Tahoma"/>
                <a:ea typeface="DejaVu Sans"/>
              </a:rPr>
              <a:t>standardized</a:t>
            </a:r>
            <a:r>
              <a:rPr b="0" lang="en-IN" sz="16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ordering</a:t>
            </a:r>
            <a:r>
              <a:rPr b="0" lang="en-IN" sz="16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6" strike="noStrike">
                <a:solidFill>
                  <a:srgbClr val="262525"/>
                </a:solidFill>
                <a:latin typeface="Tahoma"/>
                <a:ea typeface="DejaVu Sans"/>
              </a:rPr>
              <a:t>or</a:t>
            </a:r>
            <a:r>
              <a:rPr b="0" lang="en-IN" sz="16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delivery </a:t>
            </a:r>
            <a:r>
              <a:rPr b="0" lang="en-IN" sz="1650" spc="60" strike="noStrike">
                <a:solidFill>
                  <a:srgbClr val="262525"/>
                </a:solidFill>
                <a:latin typeface="Tahoma"/>
                <a:ea typeface="DejaVu Sans"/>
              </a:rPr>
              <a:t>tracking</a:t>
            </a:r>
            <a:r>
              <a:rPr b="0" lang="en-IN" sz="165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9" strike="noStrike">
                <a:solidFill>
                  <a:srgbClr val="262525"/>
                </a:solidFill>
                <a:latin typeface="Tahoma"/>
                <a:ea typeface="DejaVu Sans"/>
              </a:rPr>
              <a:t>system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8" name="object 8" descr=""/>
          <p:cNvPicPr/>
          <p:nvPr/>
        </p:nvPicPr>
        <p:blipFill>
          <a:blip r:embed="rId3"/>
          <a:stretch/>
        </p:blipFill>
        <p:spPr>
          <a:xfrm>
            <a:off x="7791480" y="6139440"/>
            <a:ext cx="65880" cy="65880"/>
          </a:xfrm>
          <a:prstGeom prst="rect">
            <a:avLst/>
          </a:prstGeom>
          <a:ln w="0">
            <a:noFill/>
          </a:ln>
        </p:spPr>
      </p:pic>
      <p:pic>
        <p:nvPicPr>
          <p:cNvPr id="319" name="object 9" descr=""/>
          <p:cNvPicPr/>
          <p:nvPr/>
        </p:nvPicPr>
        <p:blipFill>
          <a:blip r:embed="rId4"/>
          <a:stretch/>
        </p:blipFill>
        <p:spPr>
          <a:xfrm>
            <a:off x="7791480" y="6787080"/>
            <a:ext cx="65880" cy="65880"/>
          </a:xfrm>
          <a:prstGeom prst="rect">
            <a:avLst/>
          </a:prstGeom>
          <a:ln w="0">
            <a:noFill/>
          </a:ln>
        </p:spPr>
      </p:pic>
      <p:pic>
        <p:nvPicPr>
          <p:cNvPr id="320" name="object 10" descr=""/>
          <p:cNvPicPr/>
          <p:nvPr/>
        </p:nvPicPr>
        <p:blipFill>
          <a:blip r:embed="rId5"/>
          <a:stretch/>
        </p:blipFill>
        <p:spPr>
          <a:xfrm>
            <a:off x="7791480" y="7434720"/>
            <a:ext cx="65880" cy="65880"/>
          </a:xfrm>
          <a:prstGeom prst="rect">
            <a:avLst/>
          </a:prstGeom>
          <a:ln w="0">
            <a:noFill/>
          </a:ln>
        </p:spPr>
      </p:pic>
      <p:sp>
        <p:nvSpPr>
          <p:cNvPr id="321" name="object 11"/>
          <p:cNvSpPr/>
          <p:nvPr/>
        </p:nvSpPr>
        <p:spPr>
          <a:xfrm>
            <a:off x="12692160" y="2256480"/>
            <a:ext cx="4886280" cy="6778440"/>
          </a:xfrm>
          <a:custGeom>
            <a:avLst/>
            <a:gdLst>
              <a:gd name="textAreaLeft" fmla="*/ 0 w 4886280"/>
              <a:gd name="textAreaRight" fmla="*/ 4886640 w 4886280"/>
              <a:gd name="textAreaTop" fmla="*/ 0 h 6778440"/>
              <a:gd name="textAreaBottom" fmla="*/ 6778800 h 6778440"/>
            </a:gdLst>
            <a:ahLst/>
            <a:rect l="textAreaLeft" t="textAreaTop" r="textAreaRight" b="textAreaBottom"/>
            <a:pathLst>
              <a:path w="4886959" h="6779259">
                <a:moveTo>
                  <a:pt x="4755187" y="6778733"/>
                </a:moveTo>
                <a:lnTo>
                  <a:pt x="131494" y="6778733"/>
                </a:lnTo>
                <a:lnTo>
                  <a:pt x="107862" y="6774941"/>
                </a:lnTo>
                <a:lnTo>
                  <a:pt x="64561" y="6752562"/>
                </a:lnTo>
                <a:lnTo>
                  <a:pt x="30422" y="6718409"/>
                </a:lnTo>
                <a:lnTo>
                  <a:pt x="8037" y="6675089"/>
                </a:lnTo>
                <a:lnTo>
                  <a:pt x="0" y="6625208"/>
                </a:lnTo>
                <a:lnTo>
                  <a:pt x="0" y="157734"/>
                </a:lnTo>
                <a:lnTo>
                  <a:pt x="8037" y="107862"/>
                </a:lnTo>
                <a:lnTo>
                  <a:pt x="30422" y="64561"/>
                </a:lnTo>
                <a:lnTo>
                  <a:pt x="64561" y="30422"/>
                </a:lnTo>
                <a:lnTo>
                  <a:pt x="107862" y="8037"/>
                </a:lnTo>
                <a:lnTo>
                  <a:pt x="157734" y="0"/>
                </a:lnTo>
                <a:lnTo>
                  <a:pt x="4729067" y="0"/>
                </a:lnTo>
                <a:lnTo>
                  <a:pt x="4778938" y="8037"/>
                </a:lnTo>
                <a:lnTo>
                  <a:pt x="4822240" y="30422"/>
                </a:lnTo>
                <a:lnTo>
                  <a:pt x="4856379" y="64561"/>
                </a:lnTo>
                <a:lnTo>
                  <a:pt x="4878763" y="107862"/>
                </a:lnTo>
                <a:lnTo>
                  <a:pt x="4886772" y="157734"/>
                </a:lnTo>
                <a:lnTo>
                  <a:pt x="4886772" y="6625208"/>
                </a:lnTo>
                <a:lnTo>
                  <a:pt x="4878759" y="6675089"/>
                </a:lnTo>
                <a:lnTo>
                  <a:pt x="4856351" y="6718409"/>
                </a:lnTo>
                <a:lnTo>
                  <a:pt x="4822160" y="6752562"/>
                </a:lnTo>
                <a:lnTo>
                  <a:pt x="4778868" y="6774941"/>
                </a:lnTo>
                <a:lnTo>
                  <a:pt x="4778711" y="6774941"/>
                </a:lnTo>
                <a:lnTo>
                  <a:pt x="4755187" y="6778733"/>
                </a:lnTo>
                <a:close/>
              </a:path>
            </a:pathLst>
          </a:custGeom>
          <a:solidFill>
            <a:srgbClr val="16ffba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object 12"/>
          <p:cNvSpPr/>
          <p:nvPr/>
        </p:nvSpPr>
        <p:spPr>
          <a:xfrm>
            <a:off x="12898440" y="2391120"/>
            <a:ext cx="4169160" cy="21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7280" bIns="0" anchor="t">
            <a:spAutoFit/>
          </a:bodyPr>
          <a:p>
            <a:pPr marL="12600">
              <a:lnSpc>
                <a:spcPct val="100000"/>
              </a:lnSpc>
              <a:spcBef>
                <a:spcPts val="136"/>
              </a:spcBef>
            </a:pPr>
            <a:r>
              <a:rPr b="1" lang="en-IN" sz="2650" spc="-145" strike="noStrike">
                <a:solidFill>
                  <a:srgbClr val="000000"/>
                </a:solidFill>
                <a:latin typeface="Georgia"/>
                <a:ea typeface="DejaVu Sans"/>
              </a:rPr>
              <a:t>Resulting</a:t>
            </a:r>
            <a:r>
              <a:rPr b="1" lang="en-IN" sz="2650" spc="-86" strike="noStrike">
                <a:solidFill>
                  <a:srgbClr val="000000"/>
                </a:solidFill>
                <a:latin typeface="Georgia"/>
                <a:ea typeface="DejaVu Sans"/>
              </a:rPr>
              <a:t> </a:t>
            </a:r>
            <a:r>
              <a:rPr b="1" lang="en-IN" sz="2650" spc="-12" strike="noStrike">
                <a:solidFill>
                  <a:srgbClr val="000000"/>
                </a:solidFill>
                <a:latin typeface="Georgia"/>
                <a:ea typeface="DejaVu Sans"/>
              </a:rPr>
              <a:t>Impact</a:t>
            </a:r>
            <a:endParaRPr b="0" lang="en-US" sz="26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28000"/>
              </a:lnSpc>
              <a:spcBef>
                <a:spcPts val="1375"/>
              </a:spcBef>
            </a:pP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The</a:t>
            </a:r>
            <a:r>
              <a:rPr b="0" lang="en-IN" sz="16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94" strike="noStrike">
                <a:solidFill>
                  <a:srgbClr val="262525"/>
                </a:solidFill>
                <a:latin typeface="Tahoma"/>
                <a:ea typeface="DejaVu Sans"/>
              </a:rPr>
              <a:t>home-</a:t>
            </a:r>
            <a:r>
              <a:rPr b="0" lang="en-IN" sz="1650" spc="86" strike="noStrike">
                <a:solidFill>
                  <a:srgbClr val="262525"/>
                </a:solidFill>
                <a:latin typeface="Tahoma"/>
                <a:ea typeface="DejaVu Sans"/>
              </a:rPr>
              <a:t>cooked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80" strike="noStrike">
                <a:solidFill>
                  <a:srgbClr val="262525"/>
                </a:solidFill>
                <a:latin typeface="Tahoma"/>
                <a:ea typeface="DejaVu Sans"/>
              </a:rPr>
              <a:t>food</a:t>
            </a:r>
            <a:r>
              <a:rPr b="0" lang="en-IN" sz="16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6" strike="noStrike">
                <a:solidFill>
                  <a:srgbClr val="262525"/>
                </a:solidFill>
                <a:latin typeface="Tahoma"/>
                <a:ea typeface="DejaVu Sans"/>
              </a:rPr>
              <a:t>market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remains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largely</a:t>
            </a:r>
            <a:r>
              <a:rPr b="0" lang="en-IN" sz="1650" spc="-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unorganized,</a:t>
            </a:r>
            <a:r>
              <a:rPr b="0" lang="en-IN" sz="1650" spc="-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non-</a:t>
            </a:r>
            <a:r>
              <a:rPr b="0" lang="en-IN" sz="1650" spc="60" strike="noStrike">
                <a:solidFill>
                  <a:srgbClr val="262525"/>
                </a:solidFill>
                <a:latin typeface="Tahoma"/>
                <a:ea typeface="DejaVu Sans"/>
              </a:rPr>
              <a:t>scalable,</a:t>
            </a:r>
            <a:r>
              <a:rPr b="0" lang="en-IN" sz="1650" spc="-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1" strike="noStrike">
                <a:solidFill>
                  <a:srgbClr val="262525"/>
                </a:solidFill>
                <a:latin typeface="Tahoma"/>
                <a:ea typeface="DejaVu Sans"/>
              </a:rPr>
              <a:t>and </a:t>
            </a:r>
            <a:r>
              <a:rPr b="0" lang="en-IN" sz="1650" spc="86" strike="noStrike">
                <a:solidFill>
                  <a:srgbClr val="262525"/>
                </a:solidFill>
                <a:latin typeface="Tahoma"/>
                <a:ea typeface="DejaVu Sans"/>
              </a:rPr>
              <a:t>inaccessible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 to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mainstream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customers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70"/>
              </a:spcBef>
            </a:pPr>
            <a:r>
              <a:rPr b="0" lang="en-IN" sz="1650" spc="80" strike="noStrike">
                <a:solidFill>
                  <a:srgbClr val="262525"/>
                </a:solidFill>
                <a:latin typeface="Tahoma"/>
                <a:ea typeface="DejaVu Sans"/>
              </a:rPr>
              <a:t>seeking</a:t>
            </a:r>
            <a:r>
              <a:rPr b="0" lang="en-IN" sz="1650" spc="10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authentic,</a:t>
            </a:r>
            <a:r>
              <a:rPr b="0" lang="en-IN" sz="1650" spc="10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home-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prepared</a:t>
            </a:r>
            <a:r>
              <a:rPr b="0" lang="en-IN" sz="1650" spc="10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1" strike="noStrike">
                <a:solidFill>
                  <a:srgbClr val="262525"/>
                </a:solidFill>
                <a:latin typeface="Tahoma"/>
                <a:ea typeface="DejaVu Sans"/>
              </a:rPr>
              <a:t>meals.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object 13"/>
          <p:cNvSpPr/>
          <p:nvPr/>
        </p:nvSpPr>
        <p:spPr>
          <a:xfrm>
            <a:off x="12960000" y="5040000"/>
            <a:ext cx="4090680" cy="12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 anchor="t">
            <a:spAutoFit/>
          </a:bodyPr>
          <a:p>
            <a:pPr marL="12600">
              <a:lnSpc>
                <a:spcPct val="128000"/>
              </a:lnSpc>
              <a:spcBef>
                <a:spcPts val="91"/>
              </a:spcBef>
            </a:pPr>
            <a:r>
              <a:rPr b="0" lang="en-IN" sz="1650" spc="100" strike="noStrike">
                <a:solidFill>
                  <a:srgbClr val="262525"/>
                </a:solidFill>
                <a:latin typeface="Tahoma"/>
                <a:ea typeface="DejaVu Sans"/>
              </a:rPr>
              <a:t>Home-</a:t>
            </a:r>
            <a:r>
              <a:rPr b="0" lang="en-IN" sz="1650" spc="86" strike="noStrike">
                <a:solidFill>
                  <a:srgbClr val="262525"/>
                </a:solidFill>
                <a:latin typeface="Tahoma"/>
                <a:ea typeface="DejaVu Sans"/>
              </a:rPr>
              <a:t>based</a:t>
            </a:r>
            <a:r>
              <a:rPr b="0" lang="en-IN" sz="165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vendors</a:t>
            </a:r>
            <a:r>
              <a:rPr b="0" lang="en-IN" sz="165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lack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 the</a:t>
            </a:r>
            <a:r>
              <a:rPr b="0" lang="en-IN" sz="165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-12" strike="noStrike">
                <a:solidFill>
                  <a:srgbClr val="262525"/>
                </a:solidFill>
                <a:latin typeface="Tahoma"/>
                <a:ea typeface="DejaVu Sans"/>
              </a:rPr>
              <a:t>digital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infrastructure</a:t>
            </a:r>
            <a:r>
              <a:rPr b="0" lang="en-IN" sz="1650" spc="-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80" strike="noStrike">
                <a:solidFill>
                  <a:srgbClr val="262525"/>
                </a:solidFill>
                <a:latin typeface="Tahoma"/>
                <a:ea typeface="DejaVu Sans"/>
              </a:rPr>
              <a:t>needed</a:t>
            </a:r>
            <a:r>
              <a:rPr b="0" lang="en-IN" sz="1650" spc="-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to</a:t>
            </a:r>
            <a:r>
              <a:rPr b="0" lang="en-IN" sz="1650" spc="-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grow</a:t>
            </a:r>
            <a:r>
              <a:rPr b="0" lang="en-IN" sz="1650" spc="-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-12" strike="noStrike">
                <a:solidFill>
                  <a:srgbClr val="262525"/>
                </a:solidFill>
                <a:latin typeface="Tahoma"/>
                <a:ea typeface="DejaVu Sans"/>
              </a:rPr>
              <a:t>their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28000"/>
              </a:lnSpc>
            </a:pP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businesses,</a:t>
            </a:r>
            <a:r>
              <a:rPr b="0" lang="en-IN" sz="165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while</a:t>
            </a:r>
            <a:r>
              <a:rPr b="0" lang="en-IN" sz="1650" spc="-1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customers</a:t>
            </a:r>
            <a:r>
              <a:rPr b="0" lang="en-IN" sz="1650" spc="-1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80" strike="noStrike">
                <a:solidFill>
                  <a:srgbClr val="262525"/>
                </a:solidFill>
                <a:latin typeface="Tahoma"/>
                <a:ea typeface="DejaVu Sans"/>
              </a:rPr>
              <a:t>miss</a:t>
            </a:r>
            <a:r>
              <a:rPr b="0" lang="en-IN" sz="1650" spc="-1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out</a:t>
            </a:r>
            <a:r>
              <a:rPr b="0" lang="en-IN" sz="1650" spc="-1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1" strike="noStrike">
                <a:solidFill>
                  <a:srgbClr val="262525"/>
                </a:solidFill>
                <a:latin typeface="Tahoma"/>
                <a:ea typeface="DejaVu Sans"/>
              </a:rPr>
              <a:t>on 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quality</a:t>
            </a:r>
            <a:r>
              <a:rPr b="0" lang="en-IN" sz="1650" spc="6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94" strike="noStrike">
                <a:solidFill>
                  <a:srgbClr val="262525"/>
                </a:solidFill>
                <a:latin typeface="Tahoma"/>
                <a:ea typeface="DejaVu Sans"/>
              </a:rPr>
              <a:t>home-</a:t>
            </a:r>
            <a:r>
              <a:rPr b="0" lang="en-IN" sz="1650" spc="86" strike="noStrike">
                <a:solidFill>
                  <a:srgbClr val="262525"/>
                </a:solidFill>
                <a:latin typeface="Tahoma"/>
                <a:ea typeface="DejaVu Sans"/>
              </a:rPr>
              <a:t>cooked</a:t>
            </a:r>
            <a:r>
              <a:rPr b="0" lang="en-IN" sz="1650" spc="6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80" strike="noStrike">
                <a:solidFill>
                  <a:srgbClr val="262525"/>
                </a:solidFill>
                <a:latin typeface="Tahoma"/>
                <a:ea typeface="DejaVu Sans"/>
              </a:rPr>
              <a:t>food</a:t>
            </a: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35" strike="noStrike">
                <a:solidFill>
                  <a:srgbClr val="262525"/>
                </a:solidFill>
                <a:latin typeface="Tahoma"/>
                <a:ea typeface="DejaVu Sans"/>
              </a:rPr>
              <a:t>options.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1733400"/>
          </a:xfrm>
          <a:prstGeom prst="rect">
            <a:avLst/>
          </a:prstGeom>
          <a:noFill/>
          <a:ln w="0">
            <a:noFill/>
          </a:ln>
        </p:spPr>
        <p:txBody>
          <a:bodyPr lIns="0" rIns="0" tIns="158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25"/>
              </a:spcBef>
              <a:buNone/>
            </a:pPr>
            <a:r>
              <a:rPr b="1" lang="en-IN" sz="5100" spc="-432" strike="noStrike">
                <a:solidFill>
                  <a:srgbClr val="000000"/>
                </a:solidFill>
                <a:latin typeface="Georgia"/>
              </a:rPr>
              <a:t>Our</a:t>
            </a:r>
            <a:r>
              <a:rPr b="1" lang="en-IN" sz="5100" spc="-177" strike="noStrike">
                <a:solidFill>
                  <a:srgbClr val="000000"/>
                </a:solidFill>
                <a:latin typeface="Georgia"/>
              </a:rPr>
              <a:t> </a:t>
            </a:r>
            <a:r>
              <a:rPr b="1" lang="en-IN" sz="5100" spc="-310" strike="noStrike">
                <a:solidFill>
                  <a:srgbClr val="000000"/>
                </a:solidFill>
                <a:latin typeface="Georgia"/>
              </a:rPr>
              <a:t>Solution</a:t>
            </a:r>
            <a:endParaRPr b="0" lang="en-US" sz="5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object 3"/>
          <p:cNvSpPr/>
          <p:nvPr/>
        </p:nvSpPr>
        <p:spPr>
          <a:xfrm>
            <a:off x="979560" y="2088360"/>
            <a:ext cx="15813360" cy="78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 anchor="t">
            <a:spAutoFit/>
          </a:bodyPr>
          <a:p>
            <a:pPr marL="12600">
              <a:lnSpc>
                <a:spcPct val="134000"/>
              </a:lnSpc>
              <a:spcBef>
                <a:spcPts val="91"/>
              </a:spcBef>
            </a:pPr>
            <a:r>
              <a:rPr b="0" lang="en-IN" sz="1900" spc="69" strike="noStrike">
                <a:solidFill>
                  <a:srgbClr val="262525"/>
                </a:solidFill>
                <a:latin typeface="Tahoma"/>
                <a:ea typeface="DejaVu Sans"/>
              </a:rPr>
              <a:t>HomeBite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80" strike="noStrike">
                <a:solidFill>
                  <a:srgbClr val="262525"/>
                </a:solidFill>
                <a:latin typeface="Tahoma"/>
                <a:ea typeface="DejaVu Sans"/>
              </a:rPr>
              <a:t>provides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a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  <a:ea typeface="DejaVu Sans"/>
              </a:rPr>
              <a:t>structured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digital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marketplace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80" strike="noStrike">
                <a:solidFill>
                  <a:srgbClr val="262525"/>
                </a:solidFill>
                <a:latin typeface="Tahoma"/>
                <a:ea typeface="DejaVu Sans"/>
              </a:rPr>
              <a:t>specifically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86" strike="noStrike">
                <a:solidFill>
                  <a:srgbClr val="262525"/>
                </a:solidFill>
                <a:latin typeface="Tahoma"/>
                <a:ea typeface="DejaVu Sans"/>
              </a:rPr>
              <a:t>designed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for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92" strike="noStrike">
                <a:solidFill>
                  <a:srgbClr val="262525"/>
                </a:solidFill>
                <a:latin typeface="Tahoma"/>
                <a:ea typeface="DejaVu Sans"/>
              </a:rPr>
              <a:t>home-</a:t>
            </a:r>
            <a:r>
              <a:rPr b="0" lang="en-IN" sz="1900" spc="94" strike="noStrike">
                <a:solidFill>
                  <a:srgbClr val="262525"/>
                </a:solidFill>
                <a:latin typeface="Tahoma"/>
                <a:ea typeface="DejaVu Sans"/>
              </a:rPr>
              <a:t>based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86" strike="noStrike">
                <a:solidFill>
                  <a:srgbClr val="262525"/>
                </a:solidFill>
                <a:latin typeface="Tahoma"/>
                <a:ea typeface="DejaVu Sans"/>
              </a:rPr>
              <a:t>food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75" strike="noStrike">
                <a:solidFill>
                  <a:srgbClr val="262525"/>
                </a:solidFill>
                <a:latin typeface="Tahoma"/>
                <a:ea typeface="DejaVu Sans"/>
              </a:rPr>
              <a:t>businesses,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75" strike="noStrike">
                <a:solidFill>
                  <a:srgbClr val="262525"/>
                </a:solidFill>
                <a:latin typeface="Tahoma"/>
                <a:ea typeface="DejaVu Sans"/>
              </a:rPr>
              <a:t>addressing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the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92" strike="noStrike">
                <a:solidFill>
                  <a:srgbClr val="262525"/>
                </a:solidFill>
                <a:latin typeface="Tahoma"/>
                <a:ea typeface="DejaVu Sans"/>
              </a:rPr>
              <a:t>key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challenges </a:t>
            </a:r>
            <a:r>
              <a:rPr b="0" lang="en-IN" sz="1900" spc="106" strike="noStrike">
                <a:solidFill>
                  <a:srgbClr val="262525"/>
                </a:solidFill>
                <a:latin typeface="Tahoma"/>
                <a:ea typeface="DejaVu Sans"/>
              </a:rPr>
              <a:t>faced</a:t>
            </a:r>
            <a:r>
              <a:rPr b="0" lang="en-IN" sz="1900" spc="-6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106" strike="noStrike">
                <a:solidFill>
                  <a:srgbClr val="262525"/>
                </a:solidFill>
                <a:latin typeface="Tahoma"/>
                <a:ea typeface="DejaVu Sans"/>
              </a:rPr>
              <a:t>by</a:t>
            </a:r>
            <a:r>
              <a:rPr b="0" lang="en-IN" sz="1900" spc="-6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both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80" strike="noStrike">
                <a:solidFill>
                  <a:srgbClr val="262525"/>
                </a:solidFill>
                <a:latin typeface="Tahoma"/>
                <a:ea typeface="DejaVu Sans"/>
              </a:rPr>
              <a:t>vendors</a:t>
            </a:r>
            <a:r>
              <a:rPr b="0" lang="en-IN" sz="1900" spc="-6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customers.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6" name="object 4"/>
          <p:cNvGrpSpPr/>
          <p:nvPr/>
        </p:nvGrpSpPr>
        <p:grpSpPr>
          <a:xfrm>
            <a:off x="987480" y="3285360"/>
            <a:ext cx="8037000" cy="1873800"/>
            <a:chOff x="987480" y="3285360"/>
            <a:chExt cx="8037000" cy="1873800"/>
          </a:xfrm>
        </p:grpSpPr>
        <p:sp>
          <p:nvSpPr>
            <p:cNvPr id="327" name="object 5"/>
            <p:cNvSpPr/>
            <p:nvPr/>
          </p:nvSpPr>
          <p:spPr>
            <a:xfrm>
              <a:off x="992160" y="3290040"/>
              <a:ext cx="8027640" cy="1864440"/>
            </a:xfrm>
            <a:custGeom>
              <a:avLst/>
              <a:gdLst>
                <a:gd name="textAreaLeft" fmla="*/ 0 w 8027640"/>
                <a:gd name="textAreaRight" fmla="*/ 8028000 w 8027640"/>
                <a:gd name="textAreaTop" fmla="*/ 0 h 1864440"/>
                <a:gd name="textAreaBottom" fmla="*/ 1864800 h 1864440"/>
              </a:gdLst>
              <a:ahLst/>
              <a:rect l="textAreaLeft" t="textAreaTop" r="textAreaRight" b="textAreaBottom"/>
              <a:pathLst>
                <a:path w="8028305" h="1864995">
                  <a:moveTo>
                    <a:pt x="7923180" y="1864709"/>
                  </a:moveTo>
                  <a:lnTo>
                    <a:pt x="104584" y="1864709"/>
                  </a:lnTo>
                  <a:lnTo>
                    <a:pt x="63891" y="1856517"/>
                  </a:lnTo>
                  <a:lnTo>
                    <a:pt x="30646" y="1834181"/>
                  </a:lnTo>
                  <a:lnTo>
                    <a:pt x="8224" y="1801058"/>
                  </a:lnTo>
                  <a:lnTo>
                    <a:pt x="0" y="1760505"/>
                  </a:lnTo>
                  <a:lnTo>
                    <a:pt x="0" y="104203"/>
                  </a:lnTo>
                  <a:lnTo>
                    <a:pt x="8224" y="63650"/>
                  </a:lnTo>
                  <a:lnTo>
                    <a:pt x="30646" y="30527"/>
                  </a:lnTo>
                  <a:lnTo>
                    <a:pt x="63891" y="8191"/>
                  </a:lnTo>
                  <a:lnTo>
                    <a:pt x="104584" y="0"/>
                  </a:lnTo>
                  <a:lnTo>
                    <a:pt x="7923180" y="0"/>
                  </a:lnTo>
                  <a:lnTo>
                    <a:pt x="7963913" y="8191"/>
                  </a:lnTo>
                  <a:lnTo>
                    <a:pt x="7997154" y="30527"/>
                  </a:lnTo>
                  <a:lnTo>
                    <a:pt x="8019554" y="63650"/>
                  </a:lnTo>
                  <a:lnTo>
                    <a:pt x="8027765" y="104203"/>
                  </a:lnTo>
                  <a:lnTo>
                    <a:pt x="8027765" y="1760505"/>
                  </a:lnTo>
                  <a:lnTo>
                    <a:pt x="8019540" y="1801058"/>
                  </a:lnTo>
                  <a:lnTo>
                    <a:pt x="7997118" y="1834181"/>
                  </a:lnTo>
                  <a:lnTo>
                    <a:pt x="7963873" y="1856517"/>
                  </a:lnTo>
                  <a:lnTo>
                    <a:pt x="7923180" y="1864709"/>
                  </a:lnTo>
                  <a:close/>
                </a:path>
              </a:pathLst>
            </a:custGeom>
            <a:solidFill>
              <a:srgbClr val="cce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8" name="object 6"/>
            <p:cNvSpPr/>
            <p:nvPr/>
          </p:nvSpPr>
          <p:spPr>
            <a:xfrm>
              <a:off x="987480" y="3285360"/>
              <a:ext cx="8037000" cy="1873800"/>
            </a:xfrm>
            <a:custGeom>
              <a:avLst/>
              <a:gdLst>
                <a:gd name="textAreaLeft" fmla="*/ 0 w 8037000"/>
                <a:gd name="textAreaRight" fmla="*/ 8037360 w 8037000"/>
                <a:gd name="textAreaTop" fmla="*/ 0 h 1873800"/>
                <a:gd name="textAreaBottom" fmla="*/ 1874160 h 1873800"/>
              </a:gdLst>
              <a:ahLst/>
              <a:rect l="textAreaLeft" t="textAreaTop" r="textAreaRight" b="textAreaBottom"/>
              <a:pathLst>
                <a:path w="8037830" h="1874520">
                  <a:moveTo>
                    <a:pt x="109347" y="1874197"/>
                  </a:moveTo>
                  <a:lnTo>
                    <a:pt x="66785" y="1865673"/>
                  </a:lnTo>
                  <a:lnTo>
                    <a:pt x="32027" y="1842325"/>
                  </a:lnTo>
                  <a:lnTo>
                    <a:pt x="8593" y="1807690"/>
                  </a:lnTo>
                  <a:lnTo>
                    <a:pt x="0" y="1765268"/>
                  </a:lnTo>
                  <a:lnTo>
                    <a:pt x="0" y="108966"/>
                  </a:lnTo>
                  <a:lnTo>
                    <a:pt x="8593" y="66544"/>
                  </a:lnTo>
                  <a:lnTo>
                    <a:pt x="32027" y="31908"/>
                  </a:lnTo>
                  <a:lnTo>
                    <a:pt x="66785" y="8560"/>
                  </a:lnTo>
                  <a:lnTo>
                    <a:pt x="109347" y="0"/>
                  </a:lnTo>
                  <a:lnTo>
                    <a:pt x="7927942" y="0"/>
                  </a:lnTo>
                  <a:lnTo>
                    <a:pt x="7927942" y="4762"/>
                  </a:lnTo>
                  <a:lnTo>
                    <a:pt x="109347" y="4762"/>
                  </a:lnTo>
                  <a:lnTo>
                    <a:pt x="109347" y="9525"/>
                  </a:lnTo>
                  <a:lnTo>
                    <a:pt x="70483" y="17347"/>
                  </a:lnTo>
                  <a:lnTo>
                    <a:pt x="38754" y="38671"/>
                  </a:lnTo>
                  <a:lnTo>
                    <a:pt x="17366" y="70282"/>
                  </a:lnTo>
                  <a:lnTo>
                    <a:pt x="9525" y="108966"/>
                  </a:lnTo>
                  <a:lnTo>
                    <a:pt x="9525" y="1765268"/>
                  </a:lnTo>
                  <a:lnTo>
                    <a:pt x="17366" y="1803951"/>
                  </a:lnTo>
                  <a:lnTo>
                    <a:pt x="38754" y="1835562"/>
                  </a:lnTo>
                  <a:lnTo>
                    <a:pt x="70483" y="1856886"/>
                  </a:lnTo>
                  <a:lnTo>
                    <a:pt x="109347" y="1864709"/>
                  </a:lnTo>
                  <a:lnTo>
                    <a:pt x="7971940" y="1864709"/>
                  </a:lnTo>
                  <a:lnTo>
                    <a:pt x="7970504" y="1865673"/>
                  </a:lnTo>
                  <a:lnTo>
                    <a:pt x="7951621" y="1869471"/>
                  </a:lnTo>
                  <a:lnTo>
                    <a:pt x="109347" y="1869471"/>
                  </a:lnTo>
                  <a:lnTo>
                    <a:pt x="109347" y="1874197"/>
                  </a:lnTo>
                  <a:close/>
                </a:path>
                <a:path w="8037830" h="1874520">
                  <a:moveTo>
                    <a:pt x="7971940" y="1864709"/>
                  </a:moveTo>
                  <a:lnTo>
                    <a:pt x="7927942" y="1864709"/>
                  </a:lnTo>
                  <a:lnTo>
                    <a:pt x="7966806" y="1856886"/>
                  </a:lnTo>
                  <a:lnTo>
                    <a:pt x="7998535" y="1835562"/>
                  </a:lnTo>
                  <a:lnTo>
                    <a:pt x="8019923" y="1803951"/>
                  </a:lnTo>
                  <a:lnTo>
                    <a:pt x="8027764" y="1765268"/>
                  </a:lnTo>
                  <a:lnTo>
                    <a:pt x="8027764" y="108966"/>
                  </a:lnTo>
                  <a:lnTo>
                    <a:pt x="8019923" y="70282"/>
                  </a:lnTo>
                  <a:lnTo>
                    <a:pt x="7998535" y="38671"/>
                  </a:lnTo>
                  <a:lnTo>
                    <a:pt x="7966806" y="17347"/>
                  </a:lnTo>
                  <a:lnTo>
                    <a:pt x="7927942" y="9525"/>
                  </a:lnTo>
                  <a:lnTo>
                    <a:pt x="109347" y="9525"/>
                  </a:lnTo>
                  <a:lnTo>
                    <a:pt x="109347" y="4762"/>
                  </a:lnTo>
                  <a:lnTo>
                    <a:pt x="7927942" y="4762"/>
                  </a:lnTo>
                  <a:lnTo>
                    <a:pt x="7927942" y="0"/>
                  </a:lnTo>
                  <a:lnTo>
                    <a:pt x="7970504" y="8560"/>
                  </a:lnTo>
                  <a:lnTo>
                    <a:pt x="8005262" y="31908"/>
                  </a:lnTo>
                  <a:lnTo>
                    <a:pt x="8028696" y="66544"/>
                  </a:lnTo>
                  <a:lnTo>
                    <a:pt x="8037289" y="108966"/>
                  </a:lnTo>
                  <a:lnTo>
                    <a:pt x="8037289" y="1765268"/>
                  </a:lnTo>
                  <a:lnTo>
                    <a:pt x="8028696" y="1807690"/>
                  </a:lnTo>
                  <a:lnTo>
                    <a:pt x="8005262" y="1842325"/>
                  </a:lnTo>
                  <a:lnTo>
                    <a:pt x="7971940" y="1864709"/>
                  </a:lnTo>
                  <a:close/>
                </a:path>
                <a:path w="8037830" h="1874520">
                  <a:moveTo>
                    <a:pt x="7927942" y="1874197"/>
                  </a:moveTo>
                  <a:lnTo>
                    <a:pt x="109354" y="1874197"/>
                  </a:lnTo>
                  <a:lnTo>
                    <a:pt x="109347" y="1869471"/>
                  </a:lnTo>
                  <a:lnTo>
                    <a:pt x="7927942" y="1869471"/>
                  </a:lnTo>
                  <a:lnTo>
                    <a:pt x="7927942" y="1874197"/>
                  </a:lnTo>
                  <a:close/>
                </a:path>
                <a:path w="8037830" h="1874520">
                  <a:moveTo>
                    <a:pt x="7928123" y="1874197"/>
                  </a:moveTo>
                  <a:lnTo>
                    <a:pt x="7927942" y="1874197"/>
                  </a:lnTo>
                  <a:lnTo>
                    <a:pt x="7927942" y="1869471"/>
                  </a:lnTo>
                  <a:lnTo>
                    <a:pt x="7951621" y="1869471"/>
                  </a:lnTo>
                  <a:lnTo>
                    <a:pt x="7928123" y="1874197"/>
                  </a:lnTo>
                  <a:close/>
                </a:path>
              </a:pathLst>
            </a:custGeom>
            <a:solidFill>
              <a:srgbClr val="b1d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29" name="object 7"/>
          <p:cNvSpPr/>
          <p:nvPr/>
        </p:nvSpPr>
        <p:spPr>
          <a:xfrm>
            <a:off x="1236960" y="3488040"/>
            <a:ext cx="7221600" cy="12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1" lang="en-IN" sz="2550" spc="-205" strike="noStrike">
                <a:solidFill>
                  <a:srgbClr val="262525"/>
                </a:solidFill>
                <a:latin typeface="Georgia"/>
                <a:ea typeface="DejaVu Sans"/>
              </a:rPr>
              <a:t>Vendor</a:t>
            </a:r>
            <a:r>
              <a:rPr b="1" lang="en-IN" sz="2550" spc="-52" strike="noStrike">
                <a:solidFill>
                  <a:srgbClr val="262525"/>
                </a:solidFill>
                <a:latin typeface="Georgia"/>
                <a:ea typeface="DejaVu Sans"/>
              </a:rPr>
              <a:t> </a:t>
            </a:r>
            <a:r>
              <a:rPr b="1" lang="en-IN" sz="2550" spc="-80" strike="noStrike">
                <a:solidFill>
                  <a:srgbClr val="262525"/>
                </a:solidFill>
                <a:latin typeface="Georgia"/>
                <a:ea typeface="DejaVu Sans"/>
              </a:rPr>
              <a:t>Onboarding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4000"/>
              </a:lnSpc>
              <a:spcBef>
                <a:spcPts val="754"/>
              </a:spcBef>
            </a:pP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Streamlined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1" strike="noStrike">
                <a:solidFill>
                  <a:srgbClr val="262525"/>
                </a:solidFill>
                <a:latin typeface="Tahoma"/>
                <a:ea typeface="DejaVu Sans"/>
              </a:rPr>
              <a:t>registration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admin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  <a:ea typeface="DejaVu Sans"/>
              </a:rPr>
              <a:t>approval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75" strike="noStrike">
                <a:solidFill>
                  <a:srgbClr val="262525"/>
                </a:solidFill>
                <a:latin typeface="Tahoma"/>
                <a:ea typeface="DejaVu Sans"/>
              </a:rPr>
              <a:t>workflow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ensures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quality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control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platform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2" strike="noStrike">
                <a:solidFill>
                  <a:srgbClr val="262525"/>
                </a:solidFill>
                <a:latin typeface="Tahoma"/>
                <a:ea typeface="DejaVu Sans"/>
              </a:rPr>
              <a:t>integrity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0" name="object 8"/>
          <p:cNvGrpSpPr/>
          <p:nvPr/>
        </p:nvGrpSpPr>
        <p:grpSpPr>
          <a:xfrm>
            <a:off x="9263160" y="3285360"/>
            <a:ext cx="8037000" cy="1873800"/>
            <a:chOff x="9263160" y="3285360"/>
            <a:chExt cx="8037000" cy="1873800"/>
          </a:xfrm>
        </p:grpSpPr>
        <p:sp>
          <p:nvSpPr>
            <p:cNvPr id="331" name="object 9"/>
            <p:cNvSpPr/>
            <p:nvPr/>
          </p:nvSpPr>
          <p:spPr>
            <a:xfrm>
              <a:off x="9267840" y="3290040"/>
              <a:ext cx="8027640" cy="1864440"/>
            </a:xfrm>
            <a:custGeom>
              <a:avLst/>
              <a:gdLst>
                <a:gd name="textAreaLeft" fmla="*/ 0 w 8027640"/>
                <a:gd name="textAreaRight" fmla="*/ 8028000 w 8027640"/>
                <a:gd name="textAreaTop" fmla="*/ 0 h 1864440"/>
                <a:gd name="textAreaBottom" fmla="*/ 1864800 h 1864440"/>
              </a:gdLst>
              <a:ahLst/>
              <a:rect l="textAreaLeft" t="textAreaTop" r="textAreaRight" b="textAreaBottom"/>
              <a:pathLst>
                <a:path w="8028305" h="1864995">
                  <a:moveTo>
                    <a:pt x="7923181" y="1864709"/>
                  </a:moveTo>
                  <a:lnTo>
                    <a:pt x="104584" y="1864709"/>
                  </a:lnTo>
                  <a:lnTo>
                    <a:pt x="63891" y="1856517"/>
                  </a:lnTo>
                  <a:lnTo>
                    <a:pt x="30646" y="1834181"/>
                  </a:lnTo>
                  <a:lnTo>
                    <a:pt x="8224" y="1801058"/>
                  </a:lnTo>
                  <a:lnTo>
                    <a:pt x="0" y="1760505"/>
                  </a:lnTo>
                  <a:lnTo>
                    <a:pt x="0" y="104203"/>
                  </a:lnTo>
                  <a:lnTo>
                    <a:pt x="8224" y="63650"/>
                  </a:lnTo>
                  <a:lnTo>
                    <a:pt x="30646" y="30527"/>
                  </a:lnTo>
                  <a:lnTo>
                    <a:pt x="63891" y="8191"/>
                  </a:lnTo>
                  <a:lnTo>
                    <a:pt x="104584" y="0"/>
                  </a:lnTo>
                  <a:lnTo>
                    <a:pt x="7923181" y="0"/>
                  </a:lnTo>
                  <a:lnTo>
                    <a:pt x="7963913" y="8191"/>
                  </a:lnTo>
                  <a:lnTo>
                    <a:pt x="7997154" y="30527"/>
                  </a:lnTo>
                  <a:lnTo>
                    <a:pt x="8019554" y="63650"/>
                  </a:lnTo>
                  <a:lnTo>
                    <a:pt x="8027765" y="104203"/>
                  </a:lnTo>
                  <a:lnTo>
                    <a:pt x="8027765" y="1760505"/>
                  </a:lnTo>
                  <a:lnTo>
                    <a:pt x="8019541" y="1801058"/>
                  </a:lnTo>
                  <a:lnTo>
                    <a:pt x="7997118" y="1834181"/>
                  </a:lnTo>
                  <a:lnTo>
                    <a:pt x="7963873" y="1856517"/>
                  </a:lnTo>
                  <a:lnTo>
                    <a:pt x="7923181" y="1864709"/>
                  </a:lnTo>
                  <a:close/>
                </a:path>
              </a:pathLst>
            </a:custGeom>
            <a:solidFill>
              <a:srgbClr val="cce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2" name="object 10"/>
            <p:cNvSpPr/>
            <p:nvPr/>
          </p:nvSpPr>
          <p:spPr>
            <a:xfrm>
              <a:off x="9263160" y="3285360"/>
              <a:ext cx="8037000" cy="1873800"/>
            </a:xfrm>
            <a:custGeom>
              <a:avLst/>
              <a:gdLst>
                <a:gd name="textAreaLeft" fmla="*/ 0 w 8037000"/>
                <a:gd name="textAreaRight" fmla="*/ 8037360 w 8037000"/>
                <a:gd name="textAreaTop" fmla="*/ 0 h 1873800"/>
                <a:gd name="textAreaBottom" fmla="*/ 1874160 h 1873800"/>
              </a:gdLst>
              <a:ahLst/>
              <a:rect l="textAreaLeft" t="textAreaTop" r="textAreaRight" b="textAreaBottom"/>
              <a:pathLst>
                <a:path w="8037830" h="1874520">
                  <a:moveTo>
                    <a:pt x="109347" y="1874197"/>
                  </a:moveTo>
                  <a:lnTo>
                    <a:pt x="66785" y="1865673"/>
                  </a:lnTo>
                  <a:lnTo>
                    <a:pt x="32027" y="1842325"/>
                  </a:lnTo>
                  <a:lnTo>
                    <a:pt x="8593" y="1807690"/>
                  </a:lnTo>
                  <a:lnTo>
                    <a:pt x="0" y="1765268"/>
                  </a:lnTo>
                  <a:lnTo>
                    <a:pt x="0" y="108966"/>
                  </a:lnTo>
                  <a:lnTo>
                    <a:pt x="8593" y="66544"/>
                  </a:lnTo>
                  <a:lnTo>
                    <a:pt x="32027" y="31908"/>
                  </a:lnTo>
                  <a:lnTo>
                    <a:pt x="66785" y="8560"/>
                  </a:lnTo>
                  <a:lnTo>
                    <a:pt x="109347" y="0"/>
                  </a:lnTo>
                  <a:lnTo>
                    <a:pt x="7927943" y="0"/>
                  </a:lnTo>
                  <a:lnTo>
                    <a:pt x="7927943" y="4762"/>
                  </a:lnTo>
                  <a:lnTo>
                    <a:pt x="109347" y="4762"/>
                  </a:lnTo>
                  <a:lnTo>
                    <a:pt x="109347" y="9525"/>
                  </a:lnTo>
                  <a:lnTo>
                    <a:pt x="70483" y="17347"/>
                  </a:lnTo>
                  <a:lnTo>
                    <a:pt x="38754" y="38671"/>
                  </a:lnTo>
                  <a:lnTo>
                    <a:pt x="17366" y="70282"/>
                  </a:lnTo>
                  <a:lnTo>
                    <a:pt x="9525" y="108966"/>
                  </a:lnTo>
                  <a:lnTo>
                    <a:pt x="9525" y="1765268"/>
                  </a:lnTo>
                  <a:lnTo>
                    <a:pt x="17366" y="1803951"/>
                  </a:lnTo>
                  <a:lnTo>
                    <a:pt x="38754" y="1835562"/>
                  </a:lnTo>
                  <a:lnTo>
                    <a:pt x="70483" y="1856886"/>
                  </a:lnTo>
                  <a:lnTo>
                    <a:pt x="109347" y="1864709"/>
                  </a:lnTo>
                  <a:lnTo>
                    <a:pt x="7971941" y="1864709"/>
                  </a:lnTo>
                  <a:lnTo>
                    <a:pt x="7970505" y="1865673"/>
                  </a:lnTo>
                  <a:lnTo>
                    <a:pt x="7951621" y="1869471"/>
                  </a:lnTo>
                  <a:lnTo>
                    <a:pt x="109347" y="1869471"/>
                  </a:lnTo>
                  <a:lnTo>
                    <a:pt x="109347" y="1874197"/>
                  </a:lnTo>
                  <a:close/>
                </a:path>
                <a:path w="8037830" h="1874520">
                  <a:moveTo>
                    <a:pt x="7971941" y="1864709"/>
                  </a:moveTo>
                  <a:lnTo>
                    <a:pt x="7927943" y="1864709"/>
                  </a:lnTo>
                  <a:lnTo>
                    <a:pt x="7966806" y="1856886"/>
                  </a:lnTo>
                  <a:lnTo>
                    <a:pt x="7998535" y="1835562"/>
                  </a:lnTo>
                  <a:lnTo>
                    <a:pt x="8019923" y="1803951"/>
                  </a:lnTo>
                  <a:lnTo>
                    <a:pt x="8027765" y="1765268"/>
                  </a:lnTo>
                  <a:lnTo>
                    <a:pt x="8027765" y="108966"/>
                  </a:lnTo>
                  <a:lnTo>
                    <a:pt x="8019923" y="70282"/>
                  </a:lnTo>
                  <a:lnTo>
                    <a:pt x="7998535" y="38671"/>
                  </a:lnTo>
                  <a:lnTo>
                    <a:pt x="7966806" y="17347"/>
                  </a:lnTo>
                  <a:lnTo>
                    <a:pt x="7927943" y="9525"/>
                  </a:lnTo>
                  <a:lnTo>
                    <a:pt x="109347" y="9525"/>
                  </a:lnTo>
                  <a:lnTo>
                    <a:pt x="109347" y="4762"/>
                  </a:lnTo>
                  <a:lnTo>
                    <a:pt x="7927943" y="4762"/>
                  </a:lnTo>
                  <a:lnTo>
                    <a:pt x="7927943" y="0"/>
                  </a:lnTo>
                  <a:lnTo>
                    <a:pt x="7970505" y="8560"/>
                  </a:lnTo>
                  <a:lnTo>
                    <a:pt x="8005262" y="31908"/>
                  </a:lnTo>
                  <a:lnTo>
                    <a:pt x="8028697" y="66544"/>
                  </a:lnTo>
                  <a:lnTo>
                    <a:pt x="8037290" y="108966"/>
                  </a:lnTo>
                  <a:lnTo>
                    <a:pt x="8037290" y="1765268"/>
                  </a:lnTo>
                  <a:lnTo>
                    <a:pt x="8028697" y="1807690"/>
                  </a:lnTo>
                  <a:lnTo>
                    <a:pt x="8005262" y="1842325"/>
                  </a:lnTo>
                  <a:lnTo>
                    <a:pt x="7971941" y="1864709"/>
                  </a:lnTo>
                  <a:close/>
                </a:path>
                <a:path w="8037830" h="1874520">
                  <a:moveTo>
                    <a:pt x="7927943" y="1874197"/>
                  </a:moveTo>
                  <a:lnTo>
                    <a:pt x="109354" y="1874197"/>
                  </a:lnTo>
                  <a:lnTo>
                    <a:pt x="109347" y="1869471"/>
                  </a:lnTo>
                  <a:lnTo>
                    <a:pt x="7927943" y="1869471"/>
                  </a:lnTo>
                  <a:lnTo>
                    <a:pt x="7927943" y="1874197"/>
                  </a:lnTo>
                  <a:close/>
                </a:path>
                <a:path w="8037830" h="1874520">
                  <a:moveTo>
                    <a:pt x="7928124" y="1874197"/>
                  </a:moveTo>
                  <a:lnTo>
                    <a:pt x="7927943" y="1874197"/>
                  </a:lnTo>
                  <a:lnTo>
                    <a:pt x="7927943" y="1869471"/>
                  </a:lnTo>
                  <a:lnTo>
                    <a:pt x="7951621" y="1869471"/>
                  </a:lnTo>
                  <a:lnTo>
                    <a:pt x="7928124" y="1874197"/>
                  </a:lnTo>
                  <a:close/>
                </a:path>
              </a:pathLst>
            </a:custGeom>
            <a:solidFill>
              <a:srgbClr val="b1d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33" name="object 11"/>
          <p:cNvSpPr/>
          <p:nvPr/>
        </p:nvSpPr>
        <p:spPr>
          <a:xfrm>
            <a:off x="9512640" y="3488040"/>
            <a:ext cx="6951960" cy="12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1" lang="en-IN" sz="2550" spc="-231" strike="noStrike">
                <a:solidFill>
                  <a:srgbClr val="262525"/>
                </a:solidFill>
                <a:latin typeface="Georgia"/>
                <a:ea typeface="DejaVu Sans"/>
              </a:rPr>
              <a:t>Food</a:t>
            </a:r>
            <a:r>
              <a:rPr b="1" lang="en-IN" sz="2550" spc="-55" strike="noStrike">
                <a:solidFill>
                  <a:srgbClr val="262525"/>
                </a:solidFill>
                <a:latin typeface="Georgia"/>
                <a:ea typeface="DejaVu Sans"/>
              </a:rPr>
              <a:t> </a:t>
            </a:r>
            <a:r>
              <a:rPr b="1" lang="en-IN" sz="2550" spc="-12" strike="noStrike">
                <a:solidFill>
                  <a:srgbClr val="262525"/>
                </a:solidFill>
                <a:latin typeface="Georgia"/>
                <a:ea typeface="DejaVu Sans"/>
              </a:rPr>
              <a:t>Catalog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4000"/>
              </a:lnSpc>
              <a:spcBef>
                <a:spcPts val="754"/>
              </a:spcBef>
            </a:pPr>
            <a:r>
              <a:rPr b="0" lang="en-IN" sz="1900" spc="86" strike="noStrike">
                <a:solidFill>
                  <a:srgbClr val="262525"/>
                </a:solidFill>
                <a:latin typeface="Tahoma"/>
                <a:ea typeface="DejaVu Sans"/>
              </a:rPr>
              <a:t>Complete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menu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management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  <a:ea typeface="DejaVu Sans"/>
              </a:rPr>
              <a:t>pricing,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dietary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tags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29" strike="noStrike">
                <a:solidFill>
                  <a:srgbClr val="262525"/>
                </a:solidFill>
                <a:latin typeface="Tahoma"/>
                <a:ea typeface="DejaVu Sans"/>
              </a:rPr>
              <a:t>(Veg,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Vegan,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Jain),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images,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descriptions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4" name="object 12"/>
          <p:cNvGrpSpPr/>
          <p:nvPr/>
        </p:nvGrpSpPr>
        <p:grpSpPr>
          <a:xfrm>
            <a:off x="987480" y="5397840"/>
            <a:ext cx="8037000" cy="1873800"/>
            <a:chOff x="987480" y="5397840"/>
            <a:chExt cx="8037000" cy="1873800"/>
          </a:xfrm>
        </p:grpSpPr>
        <p:sp>
          <p:nvSpPr>
            <p:cNvPr id="335" name="object 13"/>
            <p:cNvSpPr/>
            <p:nvPr/>
          </p:nvSpPr>
          <p:spPr>
            <a:xfrm>
              <a:off x="992160" y="5402520"/>
              <a:ext cx="8027640" cy="1864440"/>
            </a:xfrm>
            <a:custGeom>
              <a:avLst/>
              <a:gdLst>
                <a:gd name="textAreaLeft" fmla="*/ 0 w 8027640"/>
                <a:gd name="textAreaRight" fmla="*/ 8028000 w 8027640"/>
                <a:gd name="textAreaTop" fmla="*/ 0 h 1864440"/>
                <a:gd name="textAreaBottom" fmla="*/ 1864800 h 1864440"/>
              </a:gdLst>
              <a:ahLst/>
              <a:rect l="textAreaLeft" t="textAreaTop" r="textAreaRight" b="textAreaBottom"/>
              <a:pathLst>
                <a:path w="8028305" h="1864995">
                  <a:moveTo>
                    <a:pt x="7923180" y="1864709"/>
                  </a:moveTo>
                  <a:lnTo>
                    <a:pt x="104584" y="1864709"/>
                  </a:lnTo>
                  <a:lnTo>
                    <a:pt x="63891" y="1856518"/>
                  </a:lnTo>
                  <a:lnTo>
                    <a:pt x="30646" y="1834181"/>
                  </a:lnTo>
                  <a:lnTo>
                    <a:pt x="8224" y="1801058"/>
                  </a:lnTo>
                  <a:lnTo>
                    <a:pt x="0" y="1760506"/>
                  </a:lnTo>
                  <a:lnTo>
                    <a:pt x="0" y="104203"/>
                  </a:lnTo>
                  <a:lnTo>
                    <a:pt x="8224" y="63650"/>
                  </a:lnTo>
                  <a:lnTo>
                    <a:pt x="30646" y="30527"/>
                  </a:lnTo>
                  <a:lnTo>
                    <a:pt x="63891" y="8191"/>
                  </a:lnTo>
                  <a:lnTo>
                    <a:pt x="104584" y="0"/>
                  </a:lnTo>
                  <a:lnTo>
                    <a:pt x="7923180" y="0"/>
                  </a:lnTo>
                  <a:lnTo>
                    <a:pt x="7963913" y="8191"/>
                  </a:lnTo>
                  <a:lnTo>
                    <a:pt x="7997154" y="30527"/>
                  </a:lnTo>
                  <a:lnTo>
                    <a:pt x="8019554" y="63650"/>
                  </a:lnTo>
                  <a:lnTo>
                    <a:pt x="8027765" y="104203"/>
                  </a:lnTo>
                  <a:lnTo>
                    <a:pt x="8027765" y="1760506"/>
                  </a:lnTo>
                  <a:lnTo>
                    <a:pt x="8019540" y="1801058"/>
                  </a:lnTo>
                  <a:lnTo>
                    <a:pt x="7997118" y="1834181"/>
                  </a:lnTo>
                  <a:lnTo>
                    <a:pt x="7963873" y="1856518"/>
                  </a:lnTo>
                  <a:lnTo>
                    <a:pt x="7923180" y="1864709"/>
                  </a:lnTo>
                  <a:close/>
                </a:path>
              </a:pathLst>
            </a:custGeom>
            <a:solidFill>
              <a:srgbClr val="cce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6" name="object 14"/>
            <p:cNvSpPr/>
            <p:nvPr/>
          </p:nvSpPr>
          <p:spPr>
            <a:xfrm>
              <a:off x="987480" y="5397840"/>
              <a:ext cx="8037000" cy="1873800"/>
            </a:xfrm>
            <a:custGeom>
              <a:avLst/>
              <a:gdLst>
                <a:gd name="textAreaLeft" fmla="*/ 0 w 8037000"/>
                <a:gd name="textAreaRight" fmla="*/ 8037360 w 8037000"/>
                <a:gd name="textAreaTop" fmla="*/ 0 h 1873800"/>
                <a:gd name="textAreaBottom" fmla="*/ 1874160 h 1873800"/>
              </a:gdLst>
              <a:ahLst/>
              <a:rect l="textAreaLeft" t="textAreaTop" r="textAreaRight" b="textAreaBottom"/>
              <a:pathLst>
                <a:path w="8037830" h="1874520">
                  <a:moveTo>
                    <a:pt x="109347" y="1874197"/>
                  </a:moveTo>
                  <a:lnTo>
                    <a:pt x="66785" y="1865674"/>
                  </a:lnTo>
                  <a:lnTo>
                    <a:pt x="32027" y="1842325"/>
                  </a:lnTo>
                  <a:lnTo>
                    <a:pt x="8593" y="1807690"/>
                  </a:lnTo>
                  <a:lnTo>
                    <a:pt x="0" y="1765268"/>
                  </a:lnTo>
                  <a:lnTo>
                    <a:pt x="0" y="108966"/>
                  </a:lnTo>
                  <a:lnTo>
                    <a:pt x="8593" y="66544"/>
                  </a:lnTo>
                  <a:lnTo>
                    <a:pt x="32027" y="31908"/>
                  </a:lnTo>
                  <a:lnTo>
                    <a:pt x="66785" y="8560"/>
                  </a:lnTo>
                  <a:lnTo>
                    <a:pt x="109347" y="0"/>
                  </a:lnTo>
                  <a:lnTo>
                    <a:pt x="7927942" y="0"/>
                  </a:lnTo>
                  <a:lnTo>
                    <a:pt x="7927942" y="4762"/>
                  </a:lnTo>
                  <a:lnTo>
                    <a:pt x="109347" y="4762"/>
                  </a:lnTo>
                  <a:lnTo>
                    <a:pt x="109347" y="9525"/>
                  </a:lnTo>
                  <a:lnTo>
                    <a:pt x="70483" y="17347"/>
                  </a:lnTo>
                  <a:lnTo>
                    <a:pt x="38754" y="38671"/>
                  </a:lnTo>
                  <a:lnTo>
                    <a:pt x="17366" y="70282"/>
                  </a:lnTo>
                  <a:lnTo>
                    <a:pt x="9525" y="108966"/>
                  </a:lnTo>
                  <a:lnTo>
                    <a:pt x="9525" y="1765268"/>
                  </a:lnTo>
                  <a:lnTo>
                    <a:pt x="17366" y="1803952"/>
                  </a:lnTo>
                  <a:lnTo>
                    <a:pt x="38754" y="1835563"/>
                  </a:lnTo>
                  <a:lnTo>
                    <a:pt x="70483" y="1856887"/>
                  </a:lnTo>
                  <a:lnTo>
                    <a:pt x="109347" y="1864709"/>
                  </a:lnTo>
                  <a:lnTo>
                    <a:pt x="7971940" y="1864709"/>
                  </a:lnTo>
                  <a:lnTo>
                    <a:pt x="7970504" y="1865674"/>
                  </a:lnTo>
                  <a:lnTo>
                    <a:pt x="7951621" y="1869472"/>
                  </a:lnTo>
                  <a:lnTo>
                    <a:pt x="109347" y="1869472"/>
                  </a:lnTo>
                  <a:lnTo>
                    <a:pt x="109347" y="1874197"/>
                  </a:lnTo>
                  <a:close/>
                </a:path>
                <a:path w="8037830" h="1874520">
                  <a:moveTo>
                    <a:pt x="7971940" y="1864709"/>
                  </a:moveTo>
                  <a:lnTo>
                    <a:pt x="7927942" y="1864709"/>
                  </a:lnTo>
                  <a:lnTo>
                    <a:pt x="7966806" y="1856887"/>
                  </a:lnTo>
                  <a:lnTo>
                    <a:pt x="7998535" y="1835563"/>
                  </a:lnTo>
                  <a:lnTo>
                    <a:pt x="8019923" y="1803952"/>
                  </a:lnTo>
                  <a:lnTo>
                    <a:pt x="8027764" y="1765268"/>
                  </a:lnTo>
                  <a:lnTo>
                    <a:pt x="8027764" y="108966"/>
                  </a:lnTo>
                  <a:lnTo>
                    <a:pt x="8019923" y="70282"/>
                  </a:lnTo>
                  <a:lnTo>
                    <a:pt x="7998535" y="38671"/>
                  </a:lnTo>
                  <a:lnTo>
                    <a:pt x="7966806" y="17347"/>
                  </a:lnTo>
                  <a:lnTo>
                    <a:pt x="7927942" y="9525"/>
                  </a:lnTo>
                  <a:lnTo>
                    <a:pt x="109347" y="9525"/>
                  </a:lnTo>
                  <a:lnTo>
                    <a:pt x="109347" y="4762"/>
                  </a:lnTo>
                  <a:lnTo>
                    <a:pt x="7927942" y="4762"/>
                  </a:lnTo>
                  <a:lnTo>
                    <a:pt x="7927942" y="0"/>
                  </a:lnTo>
                  <a:lnTo>
                    <a:pt x="7970504" y="8560"/>
                  </a:lnTo>
                  <a:lnTo>
                    <a:pt x="8005262" y="31908"/>
                  </a:lnTo>
                  <a:lnTo>
                    <a:pt x="8028696" y="66544"/>
                  </a:lnTo>
                  <a:lnTo>
                    <a:pt x="8037289" y="108966"/>
                  </a:lnTo>
                  <a:lnTo>
                    <a:pt x="8037289" y="1765268"/>
                  </a:lnTo>
                  <a:lnTo>
                    <a:pt x="8028696" y="1807690"/>
                  </a:lnTo>
                  <a:lnTo>
                    <a:pt x="8005262" y="1842325"/>
                  </a:lnTo>
                  <a:lnTo>
                    <a:pt x="7971940" y="1864709"/>
                  </a:lnTo>
                  <a:close/>
                </a:path>
                <a:path w="8037830" h="1874520">
                  <a:moveTo>
                    <a:pt x="7927942" y="1874197"/>
                  </a:moveTo>
                  <a:lnTo>
                    <a:pt x="109354" y="1874197"/>
                  </a:lnTo>
                  <a:lnTo>
                    <a:pt x="109347" y="1869472"/>
                  </a:lnTo>
                  <a:lnTo>
                    <a:pt x="7927942" y="1869472"/>
                  </a:lnTo>
                  <a:lnTo>
                    <a:pt x="7927942" y="1874197"/>
                  </a:lnTo>
                  <a:close/>
                </a:path>
                <a:path w="8037830" h="1874520">
                  <a:moveTo>
                    <a:pt x="7928126" y="1874197"/>
                  </a:moveTo>
                  <a:lnTo>
                    <a:pt x="7927942" y="1874197"/>
                  </a:lnTo>
                  <a:lnTo>
                    <a:pt x="7927942" y="1869472"/>
                  </a:lnTo>
                  <a:lnTo>
                    <a:pt x="7951621" y="1869472"/>
                  </a:lnTo>
                  <a:lnTo>
                    <a:pt x="7928126" y="1874197"/>
                  </a:lnTo>
                  <a:close/>
                </a:path>
              </a:pathLst>
            </a:custGeom>
            <a:solidFill>
              <a:srgbClr val="b1d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37" name="object 15"/>
          <p:cNvSpPr/>
          <p:nvPr/>
        </p:nvSpPr>
        <p:spPr>
          <a:xfrm>
            <a:off x="1236960" y="5600520"/>
            <a:ext cx="7065720" cy="12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1" lang="en-IN" sz="2550" spc="-171" strike="noStrike">
                <a:solidFill>
                  <a:srgbClr val="262525"/>
                </a:solidFill>
                <a:latin typeface="Georgia"/>
                <a:ea typeface="DejaVu Sans"/>
              </a:rPr>
              <a:t>Cart</a:t>
            </a:r>
            <a:r>
              <a:rPr b="1" lang="en-IN" sz="2550" spc="-55" strike="noStrike">
                <a:solidFill>
                  <a:srgbClr val="262525"/>
                </a:solidFill>
                <a:latin typeface="Georgia"/>
                <a:ea typeface="DejaVu Sans"/>
              </a:rPr>
              <a:t> </a:t>
            </a:r>
            <a:r>
              <a:rPr b="1" lang="en-IN" sz="2550" spc="-12" strike="noStrike">
                <a:solidFill>
                  <a:srgbClr val="262525"/>
                </a:solidFill>
                <a:latin typeface="Georgia"/>
                <a:ea typeface="DejaVu Sans"/>
              </a:rPr>
              <a:t>System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4000"/>
              </a:lnSpc>
              <a:spcBef>
                <a:spcPts val="754"/>
              </a:spcBef>
            </a:pP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Intelligent</a:t>
            </a:r>
            <a:r>
              <a:rPr b="0" lang="en-IN" sz="19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80" strike="noStrike">
                <a:solidFill>
                  <a:srgbClr val="262525"/>
                </a:solidFill>
                <a:latin typeface="Tahoma"/>
                <a:ea typeface="DejaVu Sans"/>
              </a:rPr>
              <a:t>single-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  <a:ea typeface="DejaVu Sans"/>
              </a:rPr>
              <a:t>vendor</a:t>
            </a:r>
            <a:r>
              <a:rPr b="0" lang="en-IN" sz="19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  <a:ea typeface="DejaVu Sans"/>
              </a:rPr>
              <a:t>constraint</a:t>
            </a:r>
            <a:r>
              <a:rPr b="0" lang="en-IN" sz="19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prevents</a:t>
            </a:r>
            <a:r>
              <a:rPr b="0" lang="en-IN" sz="19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order</a:t>
            </a:r>
            <a:r>
              <a:rPr b="0" lang="en-IN" sz="19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  <a:ea typeface="DejaVu Sans"/>
              </a:rPr>
              <a:t>complexity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75" strike="noStrike">
                <a:solidFill>
                  <a:srgbClr val="262525"/>
                </a:solidFill>
                <a:latin typeface="Tahoma"/>
                <a:ea typeface="DejaVu Sans"/>
              </a:rPr>
              <a:t>ensures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smooth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2" strike="noStrike">
                <a:solidFill>
                  <a:srgbClr val="262525"/>
                </a:solidFill>
                <a:latin typeface="Tahoma"/>
                <a:ea typeface="DejaVu Sans"/>
              </a:rPr>
              <a:t>fulfillment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8" name="object 16"/>
          <p:cNvGrpSpPr/>
          <p:nvPr/>
        </p:nvGrpSpPr>
        <p:grpSpPr>
          <a:xfrm>
            <a:off x="9263160" y="5397840"/>
            <a:ext cx="8037000" cy="1873800"/>
            <a:chOff x="9263160" y="5397840"/>
            <a:chExt cx="8037000" cy="1873800"/>
          </a:xfrm>
        </p:grpSpPr>
        <p:sp>
          <p:nvSpPr>
            <p:cNvPr id="339" name="object 17"/>
            <p:cNvSpPr/>
            <p:nvPr/>
          </p:nvSpPr>
          <p:spPr>
            <a:xfrm>
              <a:off x="9267840" y="5402520"/>
              <a:ext cx="8027640" cy="1864440"/>
            </a:xfrm>
            <a:custGeom>
              <a:avLst/>
              <a:gdLst>
                <a:gd name="textAreaLeft" fmla="*/ 0 w 8027640"/>
                <a:gd name="textAreaRight" fmla="*/ 8028000 w 8027640"/>
                <a:gd name="textAreaTop" fmla="*/ 0 h 1864440"/>
                <a:gd name="textAreaBottom" fmla="*/ 1864800 h 1864440"/>
              </a:gdLst>
              <a:ahLst/>
              <a:rect l="textAreaLeft" t="textAreaTop" r="textAreaRight" b="textAreaBottom"/>
              <a:pathLst>
                <a:path w="8028305" h="1864995">
                  <a:moveTo>
                    <a:pt x="7923181" y="1864709"/>
                  </a:moveTo>
                  <a:lnTo>
                    <a:pt x="104584" y="1864709"/>
                  </a:lnTo>
                  <a:lnTo>
                    <a:pt x="63891" y="1856518"/>
                  </a:lnTo>
                  <a:lnTo>
                    <a:pt x="30646" y="1834181"/>
                  </a:lnTo>
                  <a:lnTo>
                    <a:pt x="8224" y="1801058"/>
                  </a:lnTo>
                  <a:lnTo>
                    <a:pt x="0" y="1760506"/>
                  </a:lnTo>
                  <a:lnTo>
                    <a:pt x="0" y="104203"/>
                  </a:lnTo>
                  <a:lnTo>
                    <a:pt x="8224" y="63650"/>
                  </a:lnTo>
                  <a:lnTo>
                    <a:pt x="30646" y="30527"/>
                  </a:lnTo>
                  <a:lnTo>
                    <a:pt x="63891" y="8191"/>
                  </a:lnTo>
                  <a:lnTo>
                    <a:pt x="104584" y="0"/>
                  </a:lnTo>
                  <a:lnTo>
                    <a:pt x="7923181" y="0"/>
                  </a:lnTo>
                  <a:lnTo>
                    <a:pt x="7963913" y="8191"/>
                  </a:lnTo>
                  <a:lnTo>
                    <a:pt x="7997154" y="30527"/>
                  </a:lnTo>
                  <a:lnTo>
                    <a:pt x="8019554" y="63650"/>
                  </a:lnTo>
                  <a:lnTo>
                    <a:pt x="8027765" y="104203"/>
                  </a:lnTo>
                  <a:lnTo>
                    <a:pt x="8027765" y="1760506"/>
                  </a:lnTo>
                  <a:lnTo>
                    <a:pt x="8019541" y="1801058"/>
                  </a:lnTo>
                  <a:lnTo>
                    <a:pt x="7997118" y="1834181"/>
                  </a:lnTo>
                  <a:lnTo>
                    <a:pt x="7963873" y="1856518"/>
                  </a:lnTo>
                  <a:lnTo>
                    <a:pt x="7923181" y="1864709"/>
                  </a:lnTo>
                  <a:close/>
                </a:path>
              </a:pathLst>
            </a:custGeom>
            <a:solidFill>
              <a:srgbClr val="cce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" name="object 18"/>
            <p:cNvSpPr/>
            <p:nvPr/>
          </p:nvSpPr>
          <p:spPr>
            <a:xfrm>
              <a:off x="9263160" y="5397840"/>
              <a:ext cx="8037000" cy="1873800"/>
            </a:xfrm>
            <a:custGeom>
              <a:avLst/>
              <a:gdLst>
                <a:gd name="textAreaLeft" fmla="*/ 0 w 8037000"/>
                <a:gd name="textAreaRight" fmla="*/ 8037360 w 8037000"/>
                <a:gd name="textAreaTop" fmla="*/ 0 h 1873800"/>
                <a:gd name="textAreaBottom" fmla="*/ 1874160 h 1873800"/>
              </a:gdLst>
              <a:ahLst/>
              <a:rect l="textAreaLeft" t="textAreaTop" r="textAreaRight" b="textAreaBottom"/>
              <a:pathLst>
                <a:path w="8037830" h="1874520">
                  <a:moveTo>
                    <a:pt x="109347" y="1874197"/>
                  </a:moveTo>
                  <a:lnTo>
                    <a:pt x="66785" y="1865674"/>
                  </a:lnTo>
                  <a:lnTo>
                    <a:pt x="32027" y="1842325"/>
                  </a:lnTo>
                  <a:lnTo>
                    <a:pt x="8593" y="1807690"/>
                  </a:lnTo>
                  <a:lnTo>
                    <a:pt x="0" y="1765268"/>
                  </a:lnTo>
                  <a:lnTo>
                    <a:pt x="0" y="108966"/>
                  </a:lnTo>
                  <a:lnTo>
                    <a:pt x="8593" y="66544"/>
                  </a:lnTo>
                  <a:lnTo>
                    <a:pt x="32027" y="31908"/>
                  </a:lnTo>
                  <a:lnTo>
                    <a:pt x="66785" y="8560"/>
                  </a:lnTo>
                  <a:lnTo>
                    <a:pt x="109347" y="0"/>
                  </a:lnTo>
                  <a:lnTo>
                    <a:pt x="7927943" y="0"/>
                  </a:lnTo>
                  <a:lnTo>
                    <a:pt x="7927943" y="4762"/>
                  </a:lnTo>
                  <a:lnTo>
                    <a:pt x="109347" y="4762"/>
                  </a:lnTo>
                  <a:lnTo>
                    <a:pt x="109347" y="9525"/>
                  </a:lnTo>
                  <a:lnTo>
                    <a:pt x="70483" y="17347"/>
                  </a:lnTo>
                  <a:lnTo>
                    <a:pt x="38754" y="38671"/>
                  </a:lnTo>
                  <a:lnTo>
                    <a:pt x="17366" y="70282"/>
                  </a:lnTo>
                  <a:lnTo>
                    <a:pt x="9525" y="108966"/>
                  </a:lnTo>
                  <a:lnTo>
                    <a:pt x="9525" y="1765268"/>
                  </a:lnTo>
                  <a:lnTo>
                    <a:pt x="17366" y="1803952"/>
                  </a:lnTo>
                  <a:lnTo>
                    <a:pt x="38754" y="1835563"/>
                  </a:lnTo>
                  <a:lnTo>
                    <a:pt x="70483" y="1856887"/>
                  </a:lnTo>
                  <a:lnTo>
                    <a:pt x="109347" y="1864709"/>
                  </a:lnTo>
                  <a:lnTo>
                    <a:pt x="7971940" y="1864709"/>
                  </a:lnTo>
                  <a:lnTo>
                    <a:pt x="7970505" y="1865674"/>
                  </a:lnTo>
                  <a:lnTo>
                    <a:pt x="7951621" y="1869472"/>
                  </a:lnTo>
                  <a:lnTo>
                    <a:pt x="109347" y="1869472"/>
                  </a:lnTo>
                  <a:lnTo>
                    <a:pt x="109347" y="1874197"/>
                  </a:lnTo>
                  <a:close/>
                </a:path>
                <a:path w="8037830" h="1874520">
                  <a:moveTo>
                    <a:pt x="7971940" y="1864709"/>
                  </a:moveTo>
                  <a:lnTo>
                    <a:pt x="7927943" y="1864709"/>
                  </a:lnTo>
                  <a:lnTo>
                    <a:pt x="7966806" y="1856887"/>
                  </a:lnTo>
                  <a:lnTo>
                    <a:pt x="7998535" y="1835563"/>
                  </a:lnTo>
                  <a:lnTo>
                    <a:pt x="8019923" y="1803952"/>
                  </a:lnTo>
                  <a:lnTo>
                    <a:pt x="8027765" y="1765268"/>
                  </a:lnTo>
                  <a:lnTo>
                    <a:pt x="8027765" y="108966"/>
                  </a:lnTo>
                  <a:lnTo>
                    <a:pt x="8019923" y="70282"/>
                  </a:lnTo>
                  <a:lnTo>
                    <a:pt x="7998535" y="38671"/>
                  </a:lnTo>
                  <a:lnTo>
                    <a:pt x="7966806" y="17347"/>
                  </a:lnTo>
                  <a:lnTo>
                    <a:pt x="7927943" y="9525"/>
                  </a:lnTo>
                  <a:lnTo>
                    <a:pt x="109347" y="9525"/>
                  </a:lnTo>
                  <a:lnTo>
                    <a:pt x="109347" y="4762"/>
                  </a:lnTo>
                  <a:lnTo>
                    <a:pt x="7927943" y="4762"/>
                  </a:lnTo>
                  <a:lnTo>
                    <a:pt x="7927943" y="0"/>
                  </a:lnTo>
                  <a:lnTo>
                    <a:pt x="7970505" y="8560"/>
                  </a:lnTo>
                  <a:lnTo>
                    <a:pt x="8005262" y="31908"/>
                  </a:lnTo>
                  <a:lnTo>
                    <a:pt x="8028697" y="66544"/>
                  </a:lnTo>
                  <a:lnTo>
                    <a:pt x="8037290" y="108966"/>
                  </a:lnTo>
                  <a:lnTo>
                    <a:pt x="8037290" y="1765268"/>
                  </a:lnTo>
                  <a:lnTo>
                    <a:pt x="8028697" y="1807690"/>
                  </a:lnTo>
                  <a:lnTo>
                    <a:pt x="8005262" y="1842325"/>
                  </a:lnTo>
                  <a:lnTo>
                    <a:pt x="7971940" y="1864709"/>
                  </a:lnTo>
                  <a:close/>
                </a:path>
                <a:path w="8037830" h="1874520">
                  <a:moveTo>
                    <a:pt x="7927943" y="1874197"/>
                  </a:moveTo>
                  <a:lnTo>
                    <a:pt x="109354" y="1874197"/>
                  </a:lnTo>
                  <a:lnTo>
                    <a:pt x="109347" y="1869472"/>
                  </a:lnTo>
                  <a:lnTo>
                    <a:pt x="7927943" y="1869472"/>
                  </a:lnTo>
                  <a:lnTo>
                    <a:pt x="7927943" y="1874197"/>
                  </a:lnTo>
                  <a:close/>
                </a:path>
                <a:path w="8037830" h="1874520">
                  <a:moveTo>
                    <a:pt x="7928127" y="1874197"/>
                  </a:moveTo>
                  <a:lnTo>
                    <a:pt x="7927943" y="1874197"/>
                  </a:lnTo>
                  <a:lnTo>
                    <a:pt x="7927943" y="1869472"/>
                  </a:lnTo>
                  <a:lnTo>
                    <a:pt x="7951621" y="1869472"/>
                  </a:lnTo>
                  <a:lnTo>
                    <a:pt x="7928127" y="1874197"/>
                  </a:lnTo>
                  <a:close/>
                </a:path>
              </a:pathLst>
            </a:custGeom>
            <a:solidFill>
              <a:srgbClr val="b1d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41" name="object 19"/>
          <p:cNvSpPr/>
          <p:nvPr/>
        </p:nvSpPr>
        <p:spPr>
          <a:xfrm>
            <a:off x="9512640" y="5600520"/>
            <a:ext cx="6608520" cy="12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1" lang="en-IN" sz="2550" spc="-185" strike="noStrike">
                <a:solidFill>
                  <a:srgbClr val="262525"/>
                </a:solidFill>
                <a:latin typeface="Georgia"/>
                <a:ea typeface="DejaVu Sans"/>
              </a:rPr>
              <a:t>Secure</a:t>
            </a:r>
            <a:r>
              <a:rPr b="1" lang="en-IN" sz="2550" spc="-46" strike="noStrike">
                <a:solidFill>
                  <a:srgbClr val="262525"/>
                </a:solidFill>
                <a:latin typeface="Georgia"/>
                <a:ea typeface="DejaVu Sans"/>
              </a:rPr>
              <a:t> </a:t>
            </a:r>
            <a:r>
              <a:rPr b="1" lang="en-IN" sz="2550" spc="-55" strike="noStrike">
                <a:solidFill>
                  <a:srgbClr val="262525"/>
                </a:solidFill>
                <a:latin typeface="Georgia"/>
                <a:ea typeface="DejaVu Sans"/>
              </a:rPr>
              <a:t>Payments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4000"/>
              </a:lnSpc>
              <a:spcBef>
                <a:spcPts val="754"/>
              </a:spcBef>
            </a:pPr>
            <a:r>
              <a:rPr b="0" lang="en-IN" sz="1900" spc="75" strike="noStrike">
                <a:solidFill>
                  <a:srgbClr val="262525"/>
                </a:solidFill>
                <a:latin typeface="Tahoma"/>
                <a:ea typeface="DejaVu Sans"/>
              </a:rPr>
              <a:t>Razorpay</a:t>
            </a:r>
            <a:r>
              <a:rPr b="0" lang="en-IN" sz="1900" spc="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integration</a:t>
            </a:r>
            <a:r>
              <a:rPr b="0" lang="en-IN" sz="1900" spc="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900" spc="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199" strike="noStrike">
                <a:solidFill>
                  <a:srgbClr val="262525"/>
                </a:solidFill>
                <a:latin typeface="Tahoma"/>
                <a:ea typeface="DejaVu Sans"/>
              </a:rPr>
              <a:t>HMAC</a:t>
            </a:r>
            <a:r>
              <a:rPr b="0" lang="en-IN" sz="1900" spc="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  <a:ea typeface="DejaVu Sans"/>
              </a:rPr>
              <a:t>signature</a:t>
            </a:r>
            <a:r>
              <a:rPr b="0" lang="en-IN" sz="1900" spc="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verification</a:t>
            </a:r>
            <a:r>
              <a:rPr b="0" lang="en-IN" sz="1900" spc="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29" strike="noStrike">
                <a:solidFill>
                  <a:srgbClr val="262525"/>
                </a:solidFill>
                <a:latin typeface="Tahoma"/>
                <a:ea typeface="DejaVu Sans"/>
              </a:rPr>
              <a:t>for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  <a:ea typeface="DejaVu Sans"/>
              </a:rPr>
              <a:t>transaction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  <a:ea typeface="DejaVu Sans"/>
              </a:rPr>
              <a:t>security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2" name="object 20"/>
          <p:cNvGrpSpPr/>
          <p:nvPr/>
        </p:nvGrpSpPr>
        <p:grpSpPr>
          <a:xfrm>
            <a:off x="987480" y="7510320"/>
            <a:ext cx="8037000" cy="1873800"/>
            <a:chOff x="987480" y="7510320"/>
            <a:chExt cx="8037000" cy="1873800"/>
          </a:xfrm>
        </p:grpSpPr>
        <p:sp>
          <p:nvSpPr>
            <p:cNvPr id="343" name="object 21"/>
            <p:cNvSpPr/>
            <p:nvPr/>
          </p:nvSpPr>
          <p:spPr>
            <a:xfrm>
              <a:off x="992160" y="7515360"/>
              <a:ext cx="8027640" cy="1864440"/>
            </a:xfrm>
            <a:custGeom>
              <a:avLst/>
              <a:gdLst>
                <a:gd name="textAreaLeft" fmla="*/ 0 w 8027640"/>
                <a:gd name="textAreaRight" fmla="*/ 8028000 w 8027640"/>
                <a:gd name="textAreaTop" fmla="*/ 0 h 1864440"/>
                <a:gd name="textAreaBottom" fmla="*/ 1864800 h 1864440"/>
              </a:gdLst>
              <a:ahLst/>
              <a:rect l="textAreaLeft" t="textAreaTop" r="textAreaRight" b="textAreaBottom"/>
              <a:pathLst>
                <a:path w="8028305" h="1864995">
                  <a:moveTo>
                    <a:pt x="7923180" y="1864709"/>
                  </a:moveTo>
                  <a:lnTo>
                    <a:pt x="104584" y="1864709"/>
                  </a:lnTo>
                  <a:lnTo>
                    <a:pt x="63891" y="1856517"/>
                  </a:lnTo>
                  <a:lnTo>
                    <a:pt x="30646" y="1834181"/>
                  </a:lnTo>
                  <a:lnTo>
                    <a:pt x="8224" y="1801058"/>
                  </a:lnTo>
                  <a:lnTo>
                    <a:pt x="0" y="1760505"/>
                  </a:lnTo>
                  <a:lnTo>
                    <a:pt x="0" y="104203"/>
                  </a:lnTo>
                  <a:lnTo>
                    <a:pt x="8224" y="63650"/>
                  </a:lnTo>
                  <a:lnTo>
                    <a:pt x="30646" y="30527"/>
                  </a:lnTo>
                  <a:lnTo>
                    <a:pt x="63891" y="8191"/>
                  </a:lnTo>
                  <a:lnTo>
                    <a:pt x="104584" y="0"/>
                  </a:lnTo>
                  <a:lnTo>
                    <a:pt x="7923180" y="0"/>
                  </a:lnTo>
                  <a:lnTo>
                    <a:pt x="7963913" y="8191"/>
                  </a:lnTo>
                  <a:lnTo>
                    <a:pt x="7997154" y="30527"/>
                  </a:lnTo>
                  <a:lnTo>
                    <a:pt x="8019554" y="63650"/>
                  </a:lnTo>
                  <a:lnTo>
                    <a:pt x="8027765" y="104203"/>
                  </a:lnTo>
                  <a:lnTo>
                    <a:pt x="8027765" y="1760505"/>
                  </a:lnTo>
                  <a:lnTo>
                    <a:pt x="8019540" y="1801058"/>
                  </a:lnTo>
                  <a:lnTo>
                    <a:pt x="7997118" y="1834181"/>
                  </a:lnTo>
                  <a:lnTo>
                    <a:pt x="7963873" y="1856517"/>
                  </a:lnTo>
                  <a:lnTo>
                    <a:pt x="7923180" y="1864709"/>
                  </a:lnTo>
                  <a:close/>
                </a:path>
              </a:pathLst>
            </a:custGeom>
            <a:solidFill>
              <a:srgbClr val="cce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4" name="object 22"/>
            <p:cNvSpPr/>
            <p:nvPr/>
          </p:nvSpPr>
          <p:spPr>
            <a:xfrm>
              <a:off x="987480" y="7510320"/>
              <a:ext cx="8037000" cy="1873800"/>
            </a:xfrm>
            <a:custGeom>
              <a:avLst/>
              <a:gdLst>
                <a:gd name="textAreaLeft" fmla="*/ 0 w 8037000"/>
                <a:gd name="textAreaRight" fmla="*/ 8037360 w 8037000"/>
                <a:gd name="textAreaTop" fmla="*/ 0 h 1873800"/>
                <a:gd name="textAreaBottom" fmla="*/ 1874160 h 1873800"/>
              </a:gdLst>
              <a:ahLst/>
              <a:rect l="textAreaLeft" t="textAreaTop" r="textAreaRight" b="textAreaBottom"/>
              <a:pathLst>
                <a:path w="8037830" h="1874520">
                  <a:moveTo>
                    <a:pt x="109347" y="1874197"/>
                  </a:moveTo>
                  <a:lnTo>
                    <a:pt x="66785" y="1865673"/>
                  </a:lnTo>
                  <a:lnTo>
                    <a:pt x="32027" y="1842325"/>
                  </a:lnTo>
                  <a:lnTo>
                    <a:pt x="8593" y="1807690"/>
                  </a:lnTo>
                  <a:lnTo>
                    <a:pt x="0" y="1765268"/>
                  </a:lnTo>
                  <a:lnTo>
                    <a:pt x="0" y="108966"/>
                  </a:lnTo>
                  <a:lnTo>
                    <a:pt x="8593" y="66544"/>
                  </a:lnTo>
                  <a:lnTo>
                    <a:pt x="32027" y="31908"/>
                  </a:lnTo>
                  <a:lnTo>
                    <a:pt x="66785" y="8560"/>
                  </a:lnTo>
                  <a:lnTo>
                    <a:pt x="109347" y="0"/>
                  </a:lnTo>
                  <a:lnTo>
                    <a:pt x="7927942" y="0"/>
                  </a:lnTo>
                  <a:lnTo>
                    <a:pt x="7927942" y="4762"/>
                  </a:lnTo>
                  <a:lnTo>
                    <a:pt x="109347" y="4762"/>
                  </a:lnTo>
                  <a:lnTo>
                    <a:pt x="109347" y="9525"/>
                  </a:lnTo>
                  <a:lnTo>
                    <a:pt x="70483" y="17347"/>
                  </a:lnTo>
                  <a:lnTo>
                    <a:pt x="38754" y="38671"/>
                  </a:lnTo>
                  <a:lnTo>
                    <a:pt x="17366" y="70282"/>
                  </a:lnTo>
                  <a:lnTo>
                    <a:pt x="9525" y="108966"/>
                  </a:lnTo>
                  <a:lnTo>
                    <a:pt x="9525" y="1765268"/>
                  </a:lnTo>
                  <a:lnTo>
                    <a:pt x="17366" y="1803951"/>
                  </a:lnTo>
                  <a:lnTo>
                    <a:pt x="38754" y="1835562"/>
                  </a:lnTo>
                  <a:lnTo>
                    <a:pt x="70483" y="1856886"/>
                  </a:lnTo>
                  <a:lnTo>
                    <a:pt x="109347" y="1864709"/>
                  </a:lnTo>
                  <a:lnTo>
                    <a:pt x="7971940" y="1864709"/>
                  </a:lnTo>
                  <a:lnTo>
                    <a:pt x="7970504" y="1865673"/>
                  </a:lnTo>
                  <a:lnTo>
                    <a:pt x="7951621" y="1869471"/>
                  </a:lnTo>
                  <a:lnTo>
                    <a:pt x="109347" y="1869471"/>
                  </a:lnTo>
                  <a:lnTo>
                    <a:pt x="109347" y="1874197"/>
                  </a:lnTo>
                  <a:close/>
                </a:path>
                <a:path w="8037830" h="1874520">
                  <a:moveTo>
                    <a:pt x="7971940" y="1864709"/>
                  </a:moveTo>
                  <a:lnTo>
                    <a:pt x="7927942" y="1864709"/>
                  </a:lnTo>
                  <a:lnTo>
                    <a:pt x="7966806" y="1856886"/>
                  </a:lnTo>
                  <a:lnTo>
                    <a:pt x="7998535" y="1835562"/>
                  </a:lnTo>
                  <a:lnTo>
                    <a:pt x="8019923" y="1803951"/>
                  </a:lnTo>
                  <a:lnTo>
                    <a:pt x="8027764" y="1765268"/>
                  </a:lnTo>
                  <a:lnTo>
                    <a:pt x="8027764" y="108966"/>
                  </a:lnTo>
                  <a:lnTo>
                    <a:pt x="8019923" y="70282"/>
                  </a:lnTo>
                  <a:lnTo>
                    <a:pt x="7998535" y="38671"/>
                  </a:lnTo>
                  <a:lnTo>
                    <a:pt x="7966806" y="17347"/>
                  </a:lnTo>
                  <a:lnTo>
                    <a:pt x="7927942" y="9525"/>
                  </a:lnTo>
                  <a:lnTo>
                    <a:pt x="109347" y="9525"/>
                  </a:lnTo>
                  <a:lnTo>
                    <a:pt x="109347" y="4762"/>
                  </a:lnTo>
                  <a:lnTo>
                    <a:pt x="7927942" y="4762"/>
                  </a:lnTo>
                  <a:lnTo>
                    <a:pt x="7927942" y="0"/>
                  </a:lnTo>
                  <a:lnTo>
                    <a:pt x="7970504" y="8560"/>
                  </a:lnTo>
                  <a:lnTo>
                    <a:pt x="8005262" y="31908"/>
                  </a:lnTo>
                  <a:lnTo>
                    <a:pt x="8028696" y="66544"/>
                  </a:lnTo>
                  <a:lnTo>
                    <a:pt x="8037289" y="108966"/>
                  </a:lnTo>
                  <a:lnTo>
                    <a:pt x="8037289" y="1765268"/>
                  </a:lnTo>
                  <a:lnTo>
                    <a:pt x="8028696" y="1807690"/>
                  </a:lnTo>
                  <a:lnTo>
                    <a:pt x="8005262" y="1842325"/>
                  </a:lnTo>
                  <a:lnTo>
                    <a:pt x="7971940" y="1864709"/>
                  </a:lnTo>
                  <a:close/>
                </a:path>
                <a:path w="8037830" h="1874520">
                  <a:moveTo>
                    <a:pt x="7927942" y="1874197"/>
                  </a:moveTo>
                  <a:lnTo>
                    <a:pt x="109354" y="1874197"/>
                  </a:lnTo>
                  <a:lnTo>
                    <a:pt x="109347" y="1869471"/>
                  </a:lnTo>
                  <a:lnTo>
                    <a:pt x="7927942" y="1869471"/>
                  </a:lnTo>
                  <a:lnTo>
                    <a:pt x="7927942" y="1874197"/>
                  </a:lnTo>
                  <a:close/>
                </a:path>
                <a:path w="8037830" h="1874520">
                  <a:moveTo>
                    <a:pt x="7928125" y="1874197"/>
                  </a:moveTo>
                  <a:lnTo>
                    <a:pt x="7927942" y="1874197"/>
                  </a:lnTo>
                  <a:lnTo>
                    <a:pt x="7927942" y="1869471"/>
                  </a:lnTo>
                  <a:lnTo>
                    <a:pt x="7951621" y="1869471"/>
                  </a:lnTo>
                  <a:lnTo>
                    <a:pt x="7928125" y="1874197"/>
                  </a:lnTo>
                  <a:close/>
                </a:path>
              </a:pathLst>
            </a:custGeom>
            <a:solidFill>
              <a:srgbClr val="b1d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45" name="object 23"/>
          <p:cNvSpPr/>
          <p:nvPr/>
        </p:nvSpPr>
        <p:spPr>
          <a:xfrm>
            <a:off x="1236960" y="7713360"/>
            <a:ext cx="6798240" cy="12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1" lang="en-IN" sz="2550" spc="-165" strike="noStrike">
                <a:solidFill>
                  <a:srgbClr val="262525"/>
                </a:solidFill>
                <a:latin typeface="Georgia"/>
                <a:ea typeface="DejaVu Sans"/>
              </a:rPr>
              <a:t>Delivery</a:t>
            </a:r>
            <a:r>
              <a:rPr b="1" lang="en-IN" sz="2550" spc="-41" strike="noStrike">
                <a:solidFill>
                  <a:srgbClr val="262525"/>
                </a:solidFill>
                <a:latin typeface="Georgia"/>
                <a:ea typeface="DejaVu Sans"/>
              </a:rPr>
              <a:t> </a:t>
            </a:r>
            <a:r>
              <a:rPr b="1" lang="en-IN" sz="2550" spc="-72" strike="noStrike">
                <a:solidFill>
                  <a:srgbClr val="262525"/>
                </a:solidFill>
                <a:latin typeface="Georgia"/>
                <a:ea typeface="DejaVu Sans"/>
              </a:rPr>
              <a:t>Integration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4000"/>
              </a:lnSpc>
              <a:spcBef>
                <a:spcPts val="754"/>
              </a:spcBef>
            </a:pPr>
            <a:r>
              <a:rPr b="0" lang="en-IN" sz="1900" spc="75" strike="noStrike">
                <a:solidFill>
                  <a:srgbClr val="262525"/>
                </a:solidFill>
                <a:latin typeface="Tahoma"/>
                <a:ea typeface="DejaVu Sans"/>
              </a:rPr>
              <a:t>Shiprocket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API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for</a:t>
            </a:r>
            <a:r>
              <a:rPr b="0" lang="en-IN" sz="1900" spc="-1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  <a:ea typeface="DejaVu Sans"/>
              </a:rPr>
              <a:t>shipment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creation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900" spc="-1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real-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time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  <a:ea typeface="DejaVu Sans"/>
              </a:rPr>
              <a:t>tracking capabilities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6" name="object 24"/>
          <p:cNvGrpSpPr/>
          <p:nvPr/>
        </p:nvGrpSpPr>
        <p:grpSpPr>
          <a:xfrm>
            <a:off x="9263160" y="7510320"/>
            <a:ext cx="8037000" cy="1873800"/>
            <a:chOff x="9263160" y="7510320"/>
            <a:chExt cx="8037000" cy="1873800"/>
          </a:xfrm>
        </p:grpSpPr>
        <p:sp>
          <p:nvSpPr>
            <p:cNvPr id="347" name="object 25"/>
            <p:cNvSpPr/>
            <p:nvPr/>
          </p:nvSpPr>
          <p:spPr>
            <a:xfrm>
              <a:off x="9267840" y="7515360"/>
              <a:ext cx="8027640" cy="1864440"/>
            </a:xfrm>
            <a:custGeom>
              <a:avLst/>
              <a:gdLst>
                <a:gd name="textAreaLeft" fmla="*/ 0 w 8027640"/>
                <a:gd name="textAreaRight" fmla="*/ 8028000 w 8027640"/>
                <a:gd name="textAreaTop" fmla="*/ 0 h 1864440"/>
                <a:gd name="textAreaBottom" fmla="*/ 1864800 h 1864440"/>
              </a:gdLst>
              <a:ahLst/>
              <a:rect l="textAreaLeft" t="textAreaTop" r="textAreaRight" b="textAreaBottom"/>
              <a:pathLst>
                <a:path w="8028305" h="1864995">
                  <a:moveTo>
                    <a:pt x="7923181" y="1864709"/>
                  </a:moveTo>
                  <a:lnTo>
                    <a:pt x="104584" y="1864709"/>
                  </a:lnTo>
                  <a:lnTo>
                    <a:pt x="63891" y="1856517"/>
                  </a:lnTo>
                  <a:lnTo>
                    <a:pt x="30646" y="1834181"/>
                  </a:lnTo>
                  <a:lnTo>
                    <a:pt x="8224" y="1801058"/>
                  </a:lnTo>
                  <a:lnTo>
                    <a:pt x="0" y="1760505"/>
                  </a:lnTo>
                  <a:lnTo>
                    <a:pt x="0" y="104203"/>
                  </a:lnTo>
                  <a:lnTo>
                    <a:pt x="8224" y="63650"/>
                  </a:lnTo>
                  <a:lnTo>
                    <a:pt x="30646" y="30527"/>
                  </a:lnTo>
                  <a:lnTo>
                    <a:pt x="63891" y="8191"/>
                  </a:lnTo>
                  <a:lnTo>
                    <a:pt x="104584" y="0"/>
                  </a:lnTo>
                  <a:lnTo>
                    <a:pt x="7923181" y="0"/>
                  </a:lnTo>
                  <a:lnTo>
                    <a:pt x="7963913" y="8191"/>
                  </a:lnTo>
                  <a:lnTo>
                    <a:pt x="7997154" y="30527"/>
                  </a:lnTo>
                  <a:lnTo>
                    <a:pt x="8019554" y="63650"/>
                  </a:lnTo>
                  <a:lnTo>
                    <a:pt x="8027765" y="104203"/>
                  </a:lnTo>
                  <a:lnTo>
                    <a:pt x="8027765" y="1760505"/>
                  </a:lnTo>
                  <a:lnTo>
                    <a:pt x="8019541" y="1801058"/>
                  </a:lnTo>
                  <a:lnTo>
                    <a:pt x="7997118" y="1834181"/>
                  </a:lnTo>
                  <a:lnTo>
                    <a:pt x="7963873" y="1856517"/>
                  </a:lnTo>
                  <a:lnTo>
                    <a:pt x="7923181" y="1864709"/>
                  </a:lnTo>
                  <a:close/>
                </a:path>
              </a:pathLst>
            </a:custGeom>
            <a:solidFill>
              <a:srgbClr val="cce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8" name="object 26"/>
            <p:cNvSpPr/>
            <p:nvPr/>
          </p:nvSpPr>
          <p:spPr>
            <a:xfrm>
              <a:off x="9263160" y="7510320"/>
              <a:ext cx="8037000" cy="1873800"/>
            </a:xfrm>
            <a:custGeom>
              <a:avLst/>
              <a:gdLst>
                <a:gd name="textAreaLeft" fmla="*/ 0 w 8037000"/>
                <a:gd name="textAreaRight" fmla="*/ 8037360 w 8037000"/>
                <a:gd name="textAreaTop" fmla="*/ 0 h 1873800"/>
                <a:gd name="textAreaBottom" fmla="*/ 1874160 h 1873800"/>
              </a:gdLst>
              <a:ahLst/>
              <a:rect l="textAreaLeft" t="textAreaTop" r="textAreaRight" b="textAreaBottom"/>
              <a:pathLst>
                <a:path w="8037830" h="1874520">
                  <a:moveTo>
                    <a:pt x="109347" y="1874197"/>
                  </a:moveTo>
                  <a:lnTo>
                    <a:pt x="66785" y="1865673"/>
                  </a:lnTo>
                  <a:lnTo>
                    <a:pt x="32027" y="1842325"/>
                  </a:lnTo>
                  <a:lnTo>
                    <a:pt x="8593" y="1807690"/>
                  </a:lnTo>
                  <a:lnTo>
                    <a:pt x="0" y="1765268"/>
                  </a:lnTo>
                  <a:lnTo>
                    <a:pt x="0" y="108966"/>
                  </a:lnTo>
                  <a:lnTo>
                    <a:pt x="8593" y="66544"/>
                  </a:lnTo>
                  <a:lnTo>
                    <a:pt x="32027" y="31908"/>
                  </a:lnTo>
                  <a:lnTo>
                    <a:pt x="66785" y="8560"/>
                  </a:lnTo>
                  <a:lnTo>
                    <a:pt x="109347" y="0"/>
                  </a:lnTo>
                  <a:lnTo>
                    <a:pt x="7927943" y="0"/>
                  </a:lnTo>
                  <a:lnTo>
                    <a:pt x="7927943" y="4762"/>
                  </a:lnTo>
                  <a:lnTo>
                    <a:pt x="109347" y="4762"/>
                  </a:lnTo>
                  <a:lnTo>
                    <a:pt x="109347" y="9525"/>
                  </a:lnTo>
                  <a:lnTo>
                    <a:pt x="70483" y="17347"/>
                  </a:lnTo>
                  <a:lnTo>
                    <a:pt x="38754" y="38671"/>
                  </a:lnTo>
                  <a:lnTo>
                    <a:pt x="17366" y="70282"/>
                  </a:lnTo>
                  <a:lnTo>
                    <a:pt x="9525" y="108966"/>
                  </a:lnTo>
                  <a:lnTo>
                    <a:pt x="9525" y="1765268"/>
                  </a:lnTo>
                  <a:lnTo>
                    <a:pt x="17366" y="1803951"/>
                  </a:lnTo>
                  <a:lnTo>
                    <a:pt x="38754" y="1835562"/>
                  </a:lnTo>
                  <a:lnTo>
                    <a:pt x="70483" y="1856886"/>
                  </a:lnTo>
                  <a:lnTo>
                    <a:pt x="109347" y="1864709"/>
                  </a:lnTo>
                  <a:lnTo>
                    <a:pt x="7971940" y="1864709"/>
                  </a:lnTo>
                  <a:lnTo>
                    <a:pt x="7970505" y="1865673"/>
                  </a:lnTo>
                  <a:lnTo>
                    <a:pt x="7951621" y="1869471"/>
                  </a:lnTo>
                  <a:lnTo>
                    <a:pt x="109347" y="1869471"/>
                  </a:lnTo>
                  <a:lnTo>
                    <a:pt x="109347" y="1874197"/>
                  </a:lnTo>
                  <a:close/>
                </a:path>
                <a:path w="8037830" h="1874520">
                  <a:moveTo>
                    <a:pt x="7971940" y="1864709"/>
                  </a:moveTo>
                  <a:lnTo>
                    <a:pt x="7927943" y="1864709"/>
                  </a:lnTo>
                  <a:lnTo>
                    <a:pt x="7966806" y="1856886"/>
                  </a:lnTo>
                  <a:lnTo>
                    <a:pt x="7998535" y="1835562"/>
                  </a:lnTo>
                  <a:lnTo>
                    <a:pt x="8019923" y="1803951"/>
                  </a:lnTo>
                  <a:lnTo>
                    <a:pt x="8027765" y="1765268"/>
                  </a:lnTo>
                  <a:lnTo>
                    <a:pt x="8027765" y="108966"/>
                  </a:lnTo>
                  <a:lnTo>
                    <a:pt x="8019923" y="70282"/>
                  </a:lnTo>
                  <a:lnTo>
                    <a:pt x="7998535" y="38671"/>
                  </a:lnTo>
                  <a:lnTo>
                    <a:pt x="7966806" y="17347"/>
                  </a:lnTo>
                  <a:lnTo>
                    <a:pt x="7927943" y="9525"/>
                  </a:lnTo>
                  <a:lnTo>
                    <a:pt x="109347" y="9525"/>
                  </a:lnTo>
                  <a:lnTo>
                    <a:pt x="109347" y="4762"/>
                  </a:lnTo>
                  <a:lnTo>
                    <a:pt x="7927943" y="4762"/>
                  </a:lnTo>
                  <a:lnTo>
                    <a:pt x="7927943" y="0"/>
                  </a:lnTo>
                  <a:lnTo>
                    <a:pt x="7970505" y="8560"/>
                  </a:lnTo>
                  <a:lnTo>
                    <a:pt x="8005262" y="31908"/>
                  </a:lnTo>
                  <a:lnTo>
                    <a:pt x="8028697" y="66544"/>
                  </a:lnTo>
                  <a:lnTo>
                    <a:pt x="8037290" y="108966"/>
                  </a:lnTo>
                  <a:lnTo>
                    <a:pt x="8037290" y="1765268"/>
                  </a:lnTo>
                  <a:lnTo>
                    <a:pt x="8028697" y="1807690"/>
                  </a:lnTo>
                  <a:lnTo>
                    <a:pt x="8005262" y="1842325"/>
                  </a:lnTo>
                  <a:lnTo>
                    <a:pt x="7971940" y="1864709"/>
                  </a:lnTo>
                  <a:close/>
                </a:path>
                <a:path w="8037830" h="1874520">
                  <a:moveTo>
                    <a:pt x="7927943" y="1874197"/>
                  </a:moveTo>
                  <a:lnTo>
                    <a:pt x="109354" y="1874197"/>
                  </a:lnTo>
                  <a:lnTo>
                    <a:pt x="109347" y="1869471"/>
                  </a:lnTo>
                  <a:lnTo>
                    <a:pt x="7927943" y="1869471"/>
                  </a:lnTo>
                  <a:lnTo>
                    <a:pt x="7927943" y="1874197"/>
                  </a:lnTo>
                  <a:close/>
                </a:path>
                <a:path w="8037830" h="1874520">
                  <a:moveTo>
                    <a:pt x="7928126" y="1874197"/>
                  </a:moveTo>
                  <a:lnTo>
                    <a:pt x="7927943" y="1874197"/>
                  </a:lnTo>
                  <a:lnTo>
                    <a:pt x="7927943" y="1869471"/>
                  </a:lnTo>
                  <a:lnTo>
                    <a:pt x="7951621" y="1869471"/>
                  </a:lnTo>
                  <a:lnTo>
                    <a:pt x="7928126" y="1874197"/>
                  </a:lnTo>
                  <a:close/>
                </a:path>
              </a:pathLst>
            </a:custGeom>
            <a:solidFill>
              <a:srgbClr val="b1d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49" name="object 27"/>
          <p:cNvSpPr/>
          <p:nvPr/>
        </p:nvSpPr>
        <p:spPr>
          <a:xfrm>
            <a:off x="9512640" y="7713360"/>
            <a:ext cx="7482240" cy="117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1" lang="en-IN" sz="2550" spc="-205" strike="noStrike">
                <a:solidFill>
                  <a:srgbClr val="262525"/>
                </a:solidFill>
                <a:latin typeface="Georgia"/>
                <a:ea typeface="DejaVu Sans"/>
              </a:rPr>
              <a:t>Reviews</a:t>
            </a:r>
            <a:r>
              <a:rPr b="1" lang="en-IN" sz="2550" spc="-60" strike="noStrike">
                <a:solidFill>
                  <a:srgbClr val="262525"/>
                </a:solidFill>
                <a:latin typeface="Georgia"/>
                <a:ea typeface="DejaVu Sans"/>
              </a:rPr>
              <a:t> </a:t>
            </a:r>
            <a:r>
              <a:rPr b="1" lang="en-IN" sz="2550" spc="-131" strike="noStrike">
                <a:solidFill>
                  <a:srgbClr val="262525"/>
                </a:solidFill>
                <a:latin typeface="Georgia"/>
                <a:ea typeface="DejaVu Sans"/>
              </a:rPr>
              <a:t>&amp;</a:t>
            </a:r>
            <a:r>
              <a:rPr b="1" lang="en-IN" sz="2550" spc="-66" strike="noStrike">
                <a:solidFill>
                  <a:srgbClr val="262525"/>
                </a:solidFill>
                <a:latin typeface="Georgia"/>
                <a:ea typeface="DejaVu Sans"/>
              </a:rPr>
              <a:t> </a:t>
            </a:r>
            <a:r>
              <a:rPr b="1" lang="en-IN" sz="2550" spc="-21" strike="noStrike">
                <a:solidFill>
                  <a:srgbClr val="262525"/>
                </a:solidFill>
                <a:latin typeface="Georgia"/>
                <a:ea typeface="DejaVu Sans"/>
              </a:rPr>
              <a:t>Ratings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551"/>
              </a:spcBef>
            </a:pPr>
            <a:r>
              <a:rPr b="0" lang="en-IN" sz="1900" spc="106" strike="noStrike">
                <a:solidFill>
                  <a:srgbClr val="262525"/>
                </a:solidFill>
                <a:latin typeface="Tahoma"/>
                <a:ea typeface="DejaVu Sans"/>
              </a:rPr>
              <a:t>Post-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  <a:ea typeface="DejaVu Sans"/>
              </a:rPr>
              <a:t>delivery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100" strike="noStrike">
                <a:solidFill>
                  <a:srgbClr val="262525"/>
                </a:solidFill>
                <a:latin typeface="Tahoma"/>
                <a:ea typeface="DejaVu Sans"/>
              </a:rPr>
              <a:t>feedback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86" strike="noStrike">
                <a:solidFill>
                  <a:srgbClr val="262525"/>
                </a:solidFill>
                <a:latin typeface="Tahoma"/>
                <a:ea typeface="DejaVu Sans"/>
              </a:rPr>
              <a:t>system</a:t>
            </a:r>
            <a:r>
              <a:rPr b="0" lang="en-IN" sz="1900" spc="-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  <a:ea typeface="DejaVu Sans"/>
              </a:rPr>
              <a:t>builds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trust</a:t>
            </a:r>
            <a:r>
              <a:rPr b="0" lang="en-IN" sz="1900" spc="-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quality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75" strike="noStrike">
                <a:solidFill>
                  <a:srgbClr val="262525"/>
                </a:solidFill>
                <a:latin typeface="Tahoma"/>
                <a:ea typeface="DejaVu Sans"/>
              </a:rPr>
              <a:t>assurance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979560" y="631440"/>
            <a:ext cx="6940080" cy="1733400"/>
          </a:xfrm>
          <a:prstGeom prst="rect">
            <a:avLst/>
          </a:prstGeom>
          <a:noFill/>
          <a:ln w="0">
            <a:noFill/>
          </a:ln>
        </p:spPr>
        <p:txBody>
          <a:bodyPr lIns="0" rIns="0" tIns="158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25"/>
              </a:spcBef>
              <a:buNone/>
            </a:pPr>
            <a:r>
              <a:rPr b="1" lang="en-IN" sz="5100" spc="-316" strike="noStrike">
                <a:solidFill>
                  <a:srgbClr val="000000"/>
                </a:solidFill>
                <a:latin typeface="Georgia"/>
              </a:rPr>
              <a:t>Project</a:t>
            </a:r>
            <a:r>
              <a:rPr b="1" lang="en-IN" sz="5100" spc="-171" strike="noStrike">
                <a:solidFill>
                  <a:srgbClr val="000000"/>
                </a:solidFill>
                <a:latin typeface="Georgia"/>
              </a:rPr>
              <a:t> </a:t>
            </a:r>
            <a:r>
              <a:rPr b="1" lang="en-IN" sz="5100" spc="-287" strike="noStrike">
                <a:solidFill>
                  <a:srgbClr val="000000"/>
                </a:solidFill>
                <a:latin typeface="Georgia"/>
              </a:rPr>
              <a:t>Objectives</a:t>
            </a:r>
            <a:endParaRPr b="0" lang="en-US" sz="5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1" name="object 3" descr=""/>
          <p:cNvPicPr/>
          <p:nvPr/>
        </p:nvPicPr>
        <p:blipFill>
          <a:blip r:embed="rId1"/>
          <a:stretch/>
        </p:blipFill>
        <p:spPr>
          <a:xfrm>
            <a:off x="1068480" y="5043600"/>
            <a:ext cx="75600" cy="75600"/>
          </a:xfrm>
          <a:prstGeom prst="rect">
            <a:avLst/>
          </a:prstGeom>
          <a:ln w="0">
            <a:noFill/>
          </a:ln>
        </p:spPr>
      </p:pic>
      <p:pic>
        <p:nvPicPr>
          <p:cNvPr id="352" name="object 4" descr=""/>
          <p:cNvPicPr/>
          <p:nvPr/>
        </p:nvPicPr>
        <p:blipFill>
          <a:blip r:embed="rId2"/>
          <a:stretch/>
        </p:blipFill>
        <p:spPr>
          <a:xfrm>
            <a:off x="1068480" y="5434200"/>
            <a:ext cx="75600" cy="75600"/>
          </a:xfrm>
          <a:prstGeom prst="rect">
            <a:avLst/>
          </a:prstGeom>
          <a:ln w="0">
            <a:noFill/>
          </a:ln>
        </p:spPr>
      </p:pic>
      <p:pic>
        <p:nvPicPr>
          <p:cNvPr id="353" name="object 5" descr=""/>
          <p:cNvPicPr/>
          <p:nvPr/>
        </p:nvPicPr>
        <p:blipFill>
          <a:blip r:embed="rId3"/>
          <a:stretch/>
        </p:blipFill>
        <p:spPr>
          <a:xfrm>
            <a:off x="1068480" y="5824800"/>
            <a:ext cx="75600" cy="75600"/>
          </a:xfrm>
          <a:prstGeom prst="rect">
            <a:avLst/>
          </a:prstGeom>
          <a:ln w="0">
            <a:noFill/>
          </a:ln>
        </p:spPr>
      </p:pic>
      <p:pic>
        <p:nvPicPr>
          <p:cNvPr id="354" name="object 6" descr=""/>
          <p:cNvPicPr/>
          <p:nvPr/>
        </p:nvPicPr>
        <p:blipFill>
          <a:blip r:embed="rId4"/>
          <a:stretch/>
        </p:blipFill>
        <p:spPr>
          <a:xfrm>
            <a:off x="1068480" y="6215400"/>
            <a:ext cx="75600" cy="75600"/>
          </a:xfrm>
          <a:prstGeom prst="rect">
            <a:avLst/>
          </a:prstGeom>
          <a:ln w="0">
            <a:noFill/>
          </a:ln>
        </p:spPr>
      </p:pic>
      <p:pic>
        <p:nvPicPr>
          <p:cNvPr id="355" name="object 7" descr=""/>
          <p:cNvPicPr/>
          <p:nvPr/>
        </p:nvPicPr>
        <p:blipFill>
          <a:blip r:embed="rId5"/>
          <a:stretch/>
        </p:blipFill>
        <p:spPr>
          <a:xfrm>
            <a:off x="1068480" y="7735320"/>
            <a:ext cx="75600" cy="75600"/>
          </a:xfrm>
          <a:prstGeom prst="rect">
            <a:avLst/>
          </a:prstGeom>
          <a:ln w="0">
            <a:noFill/>
          </a:ln>
        </p:spPr>
      </p:pic>
      <p:pic>
        <p:nvPicPr>
          <p:cNvPr id="356" name="object 8" descr=""/>
          <p:cNvPicPr/>
          <p:nvPr/>
        </p:nvPicPr>
        <p:blipFill>
          <a:blip r:embed="rId6"/>
          <a:stretch/>
        </p:blipFill>
        <p:spPr>
          <a:xfrm>
            <a:off x="1068480" y="8125560"/>
            <a:ext cx="75600" cy="75600"/>
          </a:xfrm>
          <a:prstGeom prst="rect">
            <a:avLst/>
          </a:prstGeom>
          <a:ln w="0">
            <a:noFill/>
          </a:ln>
        </p:spPr>
      </p:pic>
      <p:pic>
        <p:nvPicPr>
          <p:cNvPr id="357" name="object 9" descr=""/>
          <p:cNvPicPr/>
          <p:nvPr/>
        </p:nvPicPr>
        <p:blipFill>
          <a:blip r:embed="rId7"/>
          <a:stretch/>
        </p:blipFill>
        <p:spPr>
          <a:xfrm>
            <a:off x="1068480" y="8516160"/>
            <a:ext cx="75600" cy="75600"/>
          </a:xfrm>
          <a:prstGeom prst="rect">
            <a:avLst/>
          </a:prstGeom>
          <a:ln w="0">
            <a:noFill/>
          </a:ln>
        </p:spPr>
      </p:pic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979560" y="2094840"/>
            <a:ext cx="7679520" cy="7714440"/>
          </a:xfrm>
          <a:prstGeom prst="rect">
            <a:avLst/>
          </a:prstGeom>
          <a:noFill/>
          <a:ln w="0">
            <a:noFill/>
          </a:ln>
        </p:spPr>
        <p:txBody>
          <a:bodyPr lIns="0" rIns="0" tIns="140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11"/>
              </a:spcBef>
              <a:buNone/>
            </a:pPr>
            <a:r>
              <a:rPr b="1" lang="en-IN" sz="3050" spc="-236" strike="noStrike">
                <a:solidFill>
                  <a:srgbClr val="000000"/>
                </a:solidFill>
                <a:latin typeface="Georgia"/>
              </a:rPr>
              <a:t>Primary</a:t>
            </a:r>
            <a:r>
              <a:rPr b="1" lang="en-IN" sz="3050" spc="-41" strike="noStrike">
                <a:solidFill>
                  <a:srgbClr val="000000"/>
                </a:solidFill>
                <a:latin typeface="Georgia"/>
              </a:rPr>
              <a:t> </a:t>
            </a:r>
            <a:r>
              <a:rPr b="1" lang="en-IN" sz="3050" spc="-12" strike="noStrike">
                <a:solidFill>
                  <a:srgbClr val="000000"/>
                </a:solidFill>
                <a:latin typeface="Georgia"/>
              </a:rPr>
              <a:t>Goals</a:t>
            </a:r>
            <a:endParaRPr b="0" lang="en-US" sz="3050" spc="-1" strike="noStrike">
              <a:solidFill>
                <a:srgbClr val="000000"/>
              </a:solidFill>
              <a:latin typeface="Arial"/>
            </a:endParaRPr>
          </a:p>
          <a:p>
            <a:pPr marL="12600" indent="0">
              <a:lnSpc>
                <a:spcPct val="134000"/>
              </a:lnSpc>
              <a:spcBef>
                <a:spcPts val="1636"/>
              </a:spcBef>
              <a:buNone/>
            </a:pPr>
            <a:r>
              <a:rPr b="0" lang="en-IN" sz="1900" spc="60" strike="noStrike">
                <a:solidFill>
                  <a:srgbClr val="262525"/>
                </a:solidFill>
                <a:latin typeface="Tahoma"/>
              </a:rPr>
              <a:t>Build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</a:rPr>
              <a:t>a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80" strike="noStrike">
                <a:solidFill>
                  <a:srgbClr val="262525"/>
                </a:solidFill>
                <a:latin typeface="Tahoma"/>
              </a:rPr>
              <a:t>discoverable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</a:rPr>
              <a:t>platform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</a:rPr>
              <a:t>that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94" strike="noStrike">
                <a:solidFill>
                  <a:srgbClr val="262525"/>
                </a:solidFill>
                <a:latin typeface="Tahoma"/>
              </a:rPr>
              <a:t>connects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92" strike="noStrike">
                <a:solidFill>
                  <a:srgbClr val="262525"/>
                </a:solidFill>
                <a:latin typeface="Tahoma"/>
              </a:rPr>
              <a:t>home-</a:t>
            </a:r>
            <a:r>
              <a:rPr b="0" lang="en-IN" sz="1900" spc="106" strike="noStrike">
                <a:solidFill>
                  <a:srgbClr val="262525"/>
                </a:solidFill>
                <a:latin typeface="Tahoma"/>
              </a:rPr>
              <a:t>cooked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food </a:t>
            </a:r>
            <a:r>
              <a:rPr b="0" lang="en-IN" sz="1900" spc="80" strike="noStrike">
                <a:solidFill>
                  <a:srgbClr val="262525"/>
                </a:solidFill>
                <a:latin typeface="Tahoma"/>
              </a:rPr>
              <a:t>vendors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</a:rPr>
              <a:t>with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80" strike="noStrike">
                <a:solidFill>
                  <a:srgbClr val="262525"/>
                </a:solidFill>
                <a:latin typeface="Tahoma"/>
              </a:rPr>
              <a:t>customers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80" strike="noStrike">
                <a:solidFill>
                  <a:srgbClr val="262525"/>
                </a:solidFill>
                <a:latin typeface="Tahoma"/>
              </a:rPr>
              <a:t>seeking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1" strike="noStrike">
                <a:solidFill>
                  <a:srgbClr val="262525"/>
                </a:solidFill>
                <a:latin typeface="Tahoma"/>
              </a:rPr>
              <a:t>authentic,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75" strike="noStrike">
                <a:solidFill>
                  <a:srgbClr val="262525"/>
                </a:solidFill>
                <a:latin typeface="Tahoma"/>
              </a:rPr>
              <a:t>locally-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prepared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35" strike="noStrike">
                <a:solidFill>
                  <a:srgbClr val="262525"/>
                </a:solidFill>
                <a:latin typeface="Tahoma"/>
              </a:rPr>
              <a:t>meals.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12600" indent="0">
              <a:lnSpc>
                <a:spcPct val="100000"/>
              </a:lnSpc>
              <a:buNone/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12600" indent="0">
              <a:lnSpc>
                <a:spcPct val="100000"/>
              </a:lnSpc>
              <a:spcBef>
                <a:spcPts val="1191"/>
              </a:spcBef>
              <a:buNone/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12600" indent="0">
              <a:lnSpc>
                <a:spcPct val="100000"/>
              </a:lnSpc>
              <a:spcBef>
                <a:spcPts val="6"/>
              </a:spcBef>
              <a:buNone/>
            </a:pPr>
            <a:r>
              <a:rPr b="1" lang="en-IN" sz="1900" spc="-12" strike="noStrike">
                <a:solidFill>
                  <a:srgbClr val="262525"/>
                </a:solidFill>
                <a:latin typeface="Tahoma"/>
              </a:rPr>
              <a:t>For</a:t>
            </a:r>
            <a:r>
              <a:rPr b="1" lang="en-IN" sz="1900" spc="-13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1" lang="en-IN" sz="1900" spc="-12" strike="noStrike">
                <a:solidFill>
                  <a:srgbClr val="262525"/>
                </a:solidFill>
                <a:latin typeface="Tahoma"/>
              </a:rPr>
              <a:t>Vendors: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04920" indent="0">
              <a:lnSpc>
                <a:spcPct val="134000"/>
              </a:lnSpc>
              <a:spcBef>
                <a:spcPts val="1806"/>
              </a:spcBef>
              <a:buNone/>
            </a:pPr>
            <a:r>
              <a:rPr b="0" lang="en-IN" sz="1900" spc="86" strike="noStrike">
                <a:solidFill>
                  <a:srgbClr val="262525"/>
                </a:solidFill>
                <a:latin typeface="Tahoma"/>
              </a:rPr>
              <a:t>Comprehensive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menu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and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</a:rPr>
              <a:t>inventory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</a:rPr>
              <a:t>management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</a:rPr>
              <a:t>Streamlined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</a:rPr>
              <a:t>order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100" strike="noStrike">
                <a:solidFill>
                  <a:srgbClr val="262525"/>
                </a:solidFill>
                <a:latin typeface="Tahoma"/>
              </a:rPr>
              <a:t>acceptance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and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80" strike="noStrike">
                <a:solidFill>
                  <a:srgbClr val="262525"/>
                </a:solidFill>
                <a:latin typeface="Tahoma"/>
              </a:rPr>
              <a:t>processing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Professional</a:t>
            </a:r>
            <a:r>
              <a:rPr b="0" lang="en-IN" sz="1900" spc="-4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</a:rPr>
              <a:t>profile</a:t>
            </a:r>
            <a:r>
              <a:rPr b="0" lang="en-IN" sz="1900" spc="-4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and</a:t>
            </a:r>
            <a:r>
              <a:rPr b="0" lang="en-IN" sz="1900" spc="-4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86" strike="noStrike">
                <a:solidFill>
                  <a:srgbClr val="262525"/>
                </a:solidFill>
                <a:latin typeface="Tahoma"/>
              </a:rPr>
              <a:t>business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86" strike="noStrike">
                <a:solidFill>
                  <a:srgbClr val="262525"/>
                </a:solidFill>
                <a:latin typeface="Tahoma"/>
              </a:rPr>
              <a:t>presence </a:t>
            </a:r>
            <a:r>
              <a:rPr b="0" lang="en-IN" sz="1900" spc="94" strike="noStrike">
                <a:solidFill>
                  <a:srgbClr val="262525"/>
                </a:solidFill>
                <a:latin typeface="Tahoma"/>
              </a:rPr>
              <a:t>Secure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</a:rPr>
              <a:t>payment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collection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and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</a:rPr>
              <a:t>tracking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04920" indent="0">
              <a:lnSpc>
                <a:spcPct val="100000"/>
              </a:lnSpc>
              <a:buNone/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04920" indent="0">
              <a:lnSpc>
                <a:spcPct val="100000"/>
              </a:lnSpc>
              <a:spcBef>
                <a:spcPts val="215"/>
              </a:spcBef>
              <a:buNone/>
            </a:pP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12600" indent="0">
              <a:lnSpc>
                <a:spcPct val="100000"/>
              </a:lnSpc>
              <a:spcBef>
                <a:spcPts val="6"/>
              </a:spcBef>
              <a:buNone/>
            </a:pPr>
            <a:r>
              <a:rPr b="1" lang="en-IN" sz="1900" spc="-12" strike="noStrike">
                <a:solidFill>
                  <a:srgbClr val="262525"/>
                </a:solidFill>
                <a:latin typeface="Tahoma"/>
              </a:rPr>
              <a:t>For</a:t>
            </a:r>
            <a:r>
              <a:rPr b="1" lang="en-IN" sz="1900" spc="-13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1" lang="en-IN" sz="1900" spc="-12" strike="noStrike">
                <a:solidFill>
                  <a:srgbClr val="262525"/>
                </a:solidFill>
                <a:latin typeface="Tahoma"/>
              </a:rPr>
              <a:t>Customers: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04200" indent="0">
              <a:lnSpc>
                <a:spcPct val="134000"/>
              </a:lnSpc>
              <a:spcBef>
                <a:spcPts val="1806"/>
              </a:spcBef>
              <a:buNone/>
            </a:pPr>
            <a:r>
              <a:rPr b="0" lang="en-IN" sz="1900" spc="-1" strike="noStrike">
                <a:solidFill>
                  <a:srgbClr val="262525"/>
                </a:solidFill>
                <a:latin typeface="Tahoma"/>
              </a:rPr>
              <a:t>Intuitive</a:t>
            </a:r>
            <a:r>
              <a:rPr b="0" lang="en-IN" sz="1900" spc="-2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75" strike="noStrike">
                <a:solidFill>
                  <a:srgbClr val="262525"/>
                </a:solidFill>
                <a:latin typeface="Tahoma"/>
              </a:rPr>
              <a:t>browsing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and</a:t>
            </a:r>
            <a:r>
              <a:rPr b="0" lang="en-IN" sz="1900" spc="-2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92" strike="noStrike">
                <a:solidFill>
                  <a:srgbClr val="262525"/>
                </a:solidFill>
                <a:latin typeface="Tahoma"/>
              </a:rPr>
              <a:t>discovery</a:t>
            </a:r>
            <a:r>
              <a:rPr b="0" lang="en-IN" sz="1900" spc="-2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</a:rPr>
              <a:t>experience </a:t>
            </a:r>
            <a:r>
              <a:rPr b="0" lang="en-IN" sz="1900" spc="92" strike="noStrike">
                <a:solidFill>
                  <a:srgbClr val="262525"/>
                </a:solidFill>
                <a:latin typeface="Tahoma"/>
              </a:rPr>
              <a:t>Seamless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</a:rPr>
              <a:t>ordering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</a:rPr>
              <a:t>with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real-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</a:rPr>
              <a:t>time</a:t>
            </a:r>
            <a:r>
              <a:rPr b="0" lang="en-IN" sz="1900" spc="-15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</a:rPr>
              <a:t>tracking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Flexible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</a:rPr>
              <a:t>payment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</a:rPr>
              <a:t>and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</a:rPr>
              <a:t>delivery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</a:rPr>
              <a:t>options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9" name="object 11"/>
          <p:cNvGrpSpPr/>
          <p:nvPr/>
        </p:nvGrpSpPr>
        <p:grpSpPr>
          <a:xfrm>
            <a:off x="9277560" y="1914120"/>
            <a:ext cx="8206200" cy="7643880"/>
            <a:chOff x="9277560" y="1914120"/>
            <a:chExt cx="8206200" cy="7643880"/>
          </a:xfrm>
        </p:grpSpPr>
        <p:sp>
          <p:nvSpPr>
            <p:cNvPr id="360" name="object 12"/>
            <p:cNvSpPr/>
            <p:nvPr/>
          </p:nvSpPr>
          <p:spPr>
            <a:xfrm>
              <a:off x="9277560" y="1914120"/>
              <a:ext cx="8206200" cy="7643880"/>
            </a:xfrm>
            <a:custGeom>
              <a:avLst/>
              <a:gdLst>
                <a:gd name="textAreaLeft" fmla="*/ 0 w 8206200"/>
                <a:gd name="textAreaRight" fmla="*/ 8206560 w 8206200"/>
                <a:gd name="textAreaTop" fmla="*/ 0 h 7643880"/>
                <a:gd name="textAreaBottom" fmla="*/ 7644240 h 7643880"/>
              </a:gdLst>
              <a:ahLst/>
              <a:rect l="textAreaLeft" t="textAreaTop" r="textAreaRight" b="textAreaBottom"/>
              <a:pathLst>
                <a:path w="8206740" h="7644765">
                  <a:moveTo>
                    <a:pt x="8027764" y="7644555"/>
                  </a:moveTo>
                  <a:lnTo>
                    <a:pt x="178689" y="7644555"/>
                  </a:lnTo>
                  <a:lnTo>
                    <a:pt x="131189" y="7638190"/>
                  </a:lnTo>
                  <a:lnTo>
                    <a:pt x="88504" y="7620176"/>
                  </a:lnTo>
                  <a:lnTo>
                    <a:pt x="52339" y="7592234"/>
                  </a:lnTo>
                  <a:lnTo>
                    <a:pt x="24398" y="7556069"/>
                  </a:lnTo>
                  <a:lnTo>
                    <a:pt x="6383" y="7513385"/>
                  </a:lnTo>
                  <a:lnTo>
                    <a:pt x="0" y="7465885"/>
                  </a:lnTo>
                  <a:lnTo>
                    <a:pt x="0" y="178689"/>
                  </a:lnTo>
                  <a:lnTo>
                    <a:pt x="6383" y="131189"/>
                  </a:lnTo>
                  <a:lnTo>
                    <a:pt x="24398" y="88504"/>
                  </a:lnTo>
                  <a:lnTo>
                    <a:pt x="52339" y="52339"/>
                  </a:lnTo>
                  <a:lnTo>
                    <a:pt x="88504" y="24398"/>
                  </a:lnTo>
                  <a:lnTo>
                    <a:pt x="131189" y="6383"/>
                  </a:lnTo>
                  <a:lnTo>
                    <a:pt x="178689" y="0"/>
                  </a:lnTo>
                  <a:lnTo>
                    <a:pt x="8027764" y="0"/>
                  </a:lnTo>
                  <a:lnTo>
                    <a:pt x="8075264" y="6383"/>
                  </a:lnTo>
                  <a:lnTo>
                    <a:pt x="8117948" y="24398"/>
                  </a:lnTo>
                  <a:lnTo>
                    <a:pt x="8154113" y="52339"/>
                  </a:lnTo>
                  <a:lnTo>
                    <a:pt x="8182055" y="88504"/>
                  </a:lnTo>
                  <a:lnTo>
                    <a:pt x="8200070" y="131189"/>
                  </a:lnTo>
                  <a:lnTo>
                    <a:pt x="8206234" y="177061"/>
                  </a:lnTo>
                  <a:lnTo>
                    <a:pt x="8206234" y="7467513"/>
                  </a:lnTo>
                  <a:lnTo>
                    <a:pt x="8200070" y="7513385"/>
                  </a:lnTo>
                  <a:lnTo>
                    <a:pt x="8182055" y="7556069"/>
                  </a:lnTo>
                  <a:lnTo>
                    <a:pt x="8154113" y="7592234"/>
                  </a:lnTo>
                  <a:lnTo>
                    <a:pt x="8117948" y="7620176"/>
                  </a:lnTo>
                  <a:lnTo>
                    <a:pt x="8075264" y="7638190"/>
                  </a:lnTo>
                  <a:lnTo>
                    <a:pt x="8027764" y="7644555"/>
                  </a:lnTo>
                  <a:close/>
                </a:path>
              </a:pathLst>
            </a:custGeom>
            <a:solidFill>
              <a:srgbClr val="29ddd9">
                <a:alpha val="9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61" name="object 13" descr=""/>
            <p:cNvPicPr/>
            <p:nvPr/>
          </p:nvPicPr>
          <p:blipFill>
            <a:blip r:embed="rId8"/>
            <a:stretch/>
          </p:blipFill>
          <p:spPr>
            <a:xfrm>
              <a:off x="9601560" y="3009600"/>
              <a:ext cx="75600" cy="75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62" name="object 14" descr=""/>
            <p:cNvPicPr/>
            <p:nvPr/>
          </p:nvPicPr>
          <p:blipFill>
            <a:blip r:embed="rId9"/>
            <a:stretch/>
          </p:blipFill>
          <p:spPr>
            <a:xfrm>
              <a:off x="9601560" y="3790440"/>
              <a:ext cx="75600" cy="75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63" name="object 15" descr=""/>
            <p:cNvPicPr/>
            <p:nvPr/>
          </p:nvPicPr>
          <p:blipFill>
            <a:blip r:embed="rId10"/>
            <a:stretch/>
          </p:blipFill>
          <p:spPr>
            <a:xfrm>
              <a:off x="9601560" y="4571640"/>
              <a:ext cx="75600" cy="75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64" name="object 16" descr=""/>
            <p:cNvPicPr/>
            <p:nvPr/>
          </p:nvPicPr>
          <p:blipFill>
            <a:blip r:embed="rId11"/>
            <a:stretch/>
          </p:blipFill>
          <p:spPr>
            <a:xfrm>
              <a:off x="9601560" y="5352840"/>
              <a:ext cx="75600" cy="75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65" name="object 17" descr=""/>
            <p:cNvPicPr/>
            <p:nvPr/>
          </p:nvPicPr>
          <p:blipFill>
            <a:blip r:embed="rId12"/>
            <a:stretch/>
          </p:blipFill>
          <p:spPr>
            <a:xfrm>
              <a:off x="9601560" y="6133680"/>
              <a:ext cx="75600" cy="75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66" name="object 18" descr=""/>
            <p:cNvPicPr/>
            <p:nvPr/>
          </p:nvPicPr>
          <p:blipFill>
            <a:blip r:embed="rId13"/>
            <a:stretch/>
          </p:blipFill>
          <p:spPr>
            <a:xfrm>
              <a:off x="9601560" y="6524280"/>
              <a:ext cx="75600" cy="75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67" name="object 19"/>
          <p:cNvSpPr/>
          <p:nvPr/>
        </p:nvSpPr>
        <p:spPr>
          <a:xfrm>
            <a:off x="9512640" y="2094840"/>
            <a:ext cx="7697880" cy="495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1" lang="en-IN" sz="3050" spc="-157" strike="noStrike">
                <a:solidFill>
                  <a:srgbClr val="000000"/>
                </a:solidFill>
                <a:latin typeface="Georgia"/>
                <a:ea typeface="DejaVu Sans"/>
              </a:rPr>
              <a:t>Technical</a:t>
            </a:r>
            <a:r>
              <a:rPr b="1" lang="en-IN" sz="3050" spc="-52" strike="noStrike">
                <a:solidFill>
                  <a:srgbClr val="000000"/>
                </a:solidFill>
                <a:latin typeface="Georgia"/>
                <a:ea typeface="DejaVu Sans"/>
              </a:rPr>
              <a:t> </a:t>
            </a:r>
            <a:r>
              <a:rPr b="1" lang="en-IN" sz="3050" spc="-66" strike="noStrike">
                <a:solidFill>
                  <a:srgbClr val="000000"/>
                </a:solidFill>
                <a:latin typeface="Georgia"/>
                <a:ea typeface="DejaVu Sans"/>
              </a:rPr>
              <a:t>Objectives</a:t>
            </a:r>
            <a:endParaRPr b="0" lang="en-US" sz="3050" spc="-1" strike="noStrike">
              <a:solidFill>
                <a:srgbClr val="000000"/>
              </a:solidFill>
              <a:latin typeface="Arial"/>
            </a:endParaRPr>
          </a:p>
          <a:p>
            <a:pPr marL="304920">
              <a:lnSpc>
                <a:spcPct val="134000"/>
              </a:lnSpc>
              <a:spcBef>
                <a:spcPts val="1636"/>
              </a:spcBef>
            </a:pP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Implement</a:t>
            </a:r>
            <a:r>
              <a:rPr b="0" lang="en-IN" sz="190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180" strike="noStrike">
                <a:solidFill>
                  <a:srgbClr val="262525"/>
                </a:solidFill>
                <a:latin typeface="Tahoma"/>
                <a:ea typeface="DejaVu Sans"/>
              </a:rPr>
              <a:t>JWT-</a:t>
            </a:r>
            <a:r>
              <a:rPr b="0" lang="en-IN" sz="1900" spc="94" strike="noStrike">
                <a:solidFill>
                  <a:srgbClr val="262525"/>
                </a:solidFill>
                <a:latin typeface="Tahoma"/>
                <a:ea typeface="DejaVu Sans"/>
              </a:rPr>
              <a:t>based</a:t>
            </a:r>
            <a:r>
              <a:rPr b="0" lang="en-IN" sz="1900" spc="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authentication</a:t>
            </a:r>
            <a:r>
              <a:rPr b="0" lang="en-IN" sz="190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900" spc="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token</a:t>
            </a:r>
            <a:r>
              <a:rPr b="0" lang="en-IN" sz="1900" spc="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rotation</a:t>
            </a:r>
            <a:r>
              <a:rPr b="0" lang="en-IN" sz="1900" spc="29" strike="noStrike">
                <a:solidFill>
                  <a:srgbClr val="262525"/>
                </a:solidFill>
                <a:latin typeface="Tahoma"/>
                <a:ea typeface="DejaVu Sans"/>
              </a:rPr>
              <a:t> for </a:t>
            </a:r>
            <a:r>
              <a:rPr b="0" lang="en-IN" sz="1900" spc="86" strike="noStrike">
                <a:solidFill>
                  <a:srgbClr val="262525"/>
                </a:solidFill>
                <a:latin typeface="Tahoma"/>
                <a:ea typeface="DejaVu Sans"/>
              </a:rPr>
              <a:t>enhanced</a:t>
            </a:r>
            <a:r>
              <a:rPr b="0" lang="en-IN" sz="1900" spc="-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  <a:ea typeface="DejaVu Sans"/>
              </a:rPr>
              <a:t>security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04920">
              <a:lnSpc>
                <a:spcPct val="134000"/>
              </a:lnSpc>
            </a:pP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Maintain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data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92" strike="noStrike">
                <a:solidFill>
                  <a:srgbClr val="262525"/>
                </a:solidFill>
                <a:latin typeface="Tahoma"/>
                <a:ea typeface="DejaVu Sans"/>
              </a:rPr>
              <a:t>consistency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  <a:ea typeface="DejaVu Sans"/>
              </a:rPr>
              <a:t>using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80" strike="noStrike">
                <a:solidFill>
                  <a:srgbClr val="262525"/>
                </a:solidFill>
                <a:latin typeface="Tahoma"/>
                <a:ea typeface="DejaVu Sans"/>
              </a:rPr>
              <a:t>price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  <a:ea typeface="DejaVu Sans"/>
              </a:rPr>
              <a:t>snapshotting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at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order creation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04920">
              <a:lnSpc>
                <a:spcPct val="134000"/>
              </a:lnSpc>
            </a:pP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Ensure</a:t>
            </a:r>
            <a:r>
              <a:rPr b="0" lang="en-IN" sz="190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94" strike="noStrike">
                <a:solidFill>
                  <a:srgbClr val="262525"/>
                </a:solidFill>
                <a:latin typeface="Tahoma"/>
                <a:ea typeface="DejaVu Sans"/>
              </a:rPr>
              <a:t>secure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validated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API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  <a:ea typeface="DejaVu Sans"/>
              </a:rPr>
              <a:t>interactions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90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request </a:t>
            </a:r>
            <a:r>
              <a:rPr b="0" lang="en-IN" sz="1900" spc="29" strike="noStrike">
                <a:solidFill>
                  <a:srgbClr val="262525"/>
                </a:solidFill>
                <a:latin typeface="Tahoma"/>
                <a:ea typeface="DejaVu Sans"/>
              </a:rPr>
              <a:t>validation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04920">
              <a:lnSpc>
                <a:spcPct val="134000"/>
              </a:lnSpc>
            </a:pPr>
            <a:r>
              <a:rPr b="0" lang="en-IN" sz="1900" spc="60" strike="noStrike">
                <a:solidFill>
                  <a:srgbClr val="262525"/>
                </a:solidFill>
                <a:latin typeface="Tahoma"/>
                <a:ea typeface="DejaVu Sans"/>
              </a:rPr>
              <a:t>Build</a:t>
            </a:r>
            <a:r>
              <a:rPr b="0" lang="en-IN" sz="19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modular, </a:t>
            </a:r>
            <a:r>
              <a:rPr b="0" lang="en-IN" sz="1900" spc="41" strike="noStrike">
                <a:solidFill>
                  <a:srgbClr val="262525"/>
                </a:solidFill>
                <a:latin typeface="Tahoma"/>
                <a:ea typeface="DejaVu Sans"/>
              </a:rPr>
              <a:t>maintainable</a:t>
            </a:r>
            <a:r>
              <a:rPr b="0" lang="en-IN" sz="19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106" strike="noStrike">
                <a:solidFill>
                  <a:srgbClr val="262525"/>
                </a:solidFill>
                <a:latin typeface="Tahoma"/>
                <a:ea typeface="DejaVu Sans"/>
              </a:rPr>
              <a:t>codebase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9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  <a:ea typeface="DejaVu Sans"/>
              </a:rPr>
              <a:t>clear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separation</a:t>
            </a:r>
            <a:r>
              <a:rPr b="0" lang="en-IN" sz="19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of </a:t>
            </a:r>
            <a:r>
              <a:rPr b="0" lang="en-IN" sz="1900" spc="92" strike="noStrike">
                <a:solidFill>
                  <a:srgbClr val="262525"/>
                </a:solidFill>
                <a:latin typeface="Tahoma"/>
                <a:ea typeface="DejaVu Sans"/>
              </a:rPr>
              <a:t>concerns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marL="304920">
              <a:lnSpc>
                <a:spcPct val="134000"/>
              </a:lnSpc>
            </a:pPr>
            <a:r>
              <a:rPr b="0" lang="en-IN" sz="1900" spc="60" strike="noStrike">
                <a:solidFill>
                  <a:srgbClr val="262525"/>
                </a:solidFill>
                <a:latin typeface="Tahoma"/>
                <a:ea typeface="DejaVu Sans"/>
              </a:rPr>
              <a:t>Enable</a:t>
            </a:r>
            <a:r>
              <a:rPr b="0" lang="en-IN" sz="190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horizontal</a:t>
            </a:r>
            <a:r>
              <a:rPr b="0" lang="en-IN" sz="190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75" strike="noStrike">
                <a:solidFill>
                  <a:srgbClr val="262525"/>
                </a:solidFill>
                <a:latin typeface="Tahoma"/>
                <a:ea typeface="DejaVu Sans"/>
              </a:rPr>
              <a:t>scaling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through</a:t>
            </a:r>
            <a:r>
              <a:rPr b="0" lang="en-IN" sz="190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stateless</a:t>
            </a:r>
            <a:r>
              <a:rPr b="0" lang="en-IN" sz="190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94" strike="noStrike">
                <a:solidFill>
                  <a:srgbClr val="262525"/>
                </a:solidFill>
                <a:latin typeface="Tahoma"/>
                <a:ea typeface="DejaVu Sans"/>
              </a:rPr>
              <a:t>backend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  <a:ea typeface="DejaVu Sans"/>
              </a:rPr>
              <a:t>architecture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Integrate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  <a:ea typeface="DejaVu Sans"/>
              </a:rPr>
              <a:t>third-party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94" strike="noStrike">
                <a:solidFill>
                  <a:srgbClr val="262525"/>
                </a:solidFill>
                <a:latin typeface="Tahoma"/>
                <a:ea typeface="DejaVu Sans"/>
              </a:rPr>
              <a:t>services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proper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 error</a:t>
            </a:r>
            <a:r>
              <a:rPr b="0" lang="en-IN" sz="1900" spc="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  <a:ea typeface="DejaVu Sans"/>
              </a:rPr>
              <a:t>handling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1" strike="noStrike">
                <a:solidFill>
                  <a:srgbClr val="262525"/>
                </a:solidFill>
                <a:latin typeface="Tahoma"/>
                <a:ea typeface="DejaVu Sans"/>
              </a:rPr>
              <a:t>and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  <a:ea typeface="DejaVu Sans"/>
              </a:rPr>
              <a:t>fallbacks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object 2"/>
          <p:cNvGrpSpPr/>
          <p:nvPr/>
        </p:nvGrpSpPr>
        <p:grpSpPr>
          <a:xfrm>
            <a:off x="11430000" y="0"/>
            <a:ext cx="6857280" cy="10286280"/>
            <a:chOff x="11430000" y="0"/>
            <a:chExt cx="6857280" cy="10286280"/>
          </a:xfrm>
        </p:grpSpPr>
        <p:pic>
          <p:nvPicPr>
            <p:cNvPr id="369" name="object 3" descr="">
              <a:hlinkClick r:id="rId1"/>
            </p:cNvPr>
            <p:cNvPicPr/>
            <p:nvPr/>
          </p:nvPicPr>
          <p:blipFill>
            <a:blip r:embed="rId2"/>
            <a:stretch/>
          </p:blipFill>
          <p:spPr>
            <a:xfrm>
              <a:off x="16049160" y="9686880"/>
              <a:ext cx="2152440" cy="513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70" name="object 4" descr="">
              <a:hlinkClick r:id="rId3"/>
            </p:cNvPr>
            <p:cNvPicPr/>
            <p:nvPr/>
          </p:nvPicPr>
          <p:blipFill>
            <a:blip r:embed="rId4"/>
            <a:stretch/>
          </p:blipFill>
          <p:spPr>
            <a:xfrm>
              <a:off x="11430000" y="0"/>
              <a:ext cx="6857280" cy="102862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71" name="object 5"/>
          <p:cNvSpPr/>
          <p:nvPr/>
        </p:nvSpPr>
        <p:spPr>
          <a:xfrm>
            <a:off x="856800" y="2319120"/>
            <a:ext cx="4776480" cy="4281840"/>
          </a:xfrm>
          <a:custGeom>
            <a:avLst/>
            <a:gdLst>
              <a:gd name="textAreaLeft" fmla="*/ 0 w 4776480"/>
              <a:gd name="textAreaRight" fmla="*/ 4776840 w 4776480"/>
              <a:gd name="textAreaTop" fmla="*/ 0 h 4281840"/>
              <a:gd name="textAreaBottom" fmla="*/ 4282200 h 4281840"/>
            </a:gdLst>
            <a:ahLst/>
            <a:rect l="textAreaLeft" t="textAreaTop" r="textAreaRight" b="textAreaBottom"/>
            <a:pathLst>
              <a:path w="4777105" h="4282440">
                <a:moveTo>
                  <a:pt x="105822" y="4281843"/>
                </a:moveTo>
                <a:lnTo>
                  <a:pt x="100047" y="4281843"/>
                </a:lnTo>
                <a:lnTo>
                  <a:pt x="64721" y="4274701"/>
                </a:lnTo>
                <a:lnTo>
                  <a:pt x="31068" y="4252031"/>
                </a:lnTo>
                <a:lnTo>
                  <a:pt x="8351" y="4218396"/>
                </a:lnTo>
                <a:lnTo>
                  <a:pt x="0" y="4177188"/>
                </a:lnTo>
                <a:lnTo>
                  <a:pt x="0" y="105822"/>
                </a:lnTo>
                <a:lnTo>
                  <a:pt x="8323" y="64615"/>
                </a:lnTo>
                <a:lnTo>
                  <a:pt x="31015" y="30980"/>
                </a:lnTo>
                <a:lnTo>
                  <a:pt x="64655" y="8310"/>
                </a:lnTo>
                <a:lnTo>
                  <a:pt x="105822" y="0"/>
                </a:lnTo>
                <a:lnTo>
                  <a:pt x="4670774" y="0"/>
                </a:lnTo>
                <a:lnTo>
                  <a:pt x="4670774" y="14287"/>
                </a:lnTo>
                <a:lnTo>
                  <a:pt x="105822" y="14287"/>
                </a:lnTo>
                <a:lnTo>
                  <a:pt x="105822" y="28575"/>
                </a:lnTo>
                <a:lnTo>
                  <a:pt x="75750" y="34644"/>
                </a:lnTo>
                <a:lnTo>
                  <a:pt x="51196" y="51196"/>
                </a:lnTo>
                <a:lnTo>
                  <a:pt x="34644" y="75750"/>
                </a:lnTo>
                <a:lnTo>
                  <a:pt x="28575" y="105822"/>
                </a:lnTo>
                <a:lnTo>
                  <a:pt x="28575" y="4177188"/>
                </a:lnTo>
                <a:lnTo>
                  <a:pt x="34644" y="4207260"/>
                </a:lnTo>
                <a:lnTo>
                  <a:pt x="51196" y="4231814"/>
                </a:lnTo>
                <a:lnTo>
                  <a:pt x="75750" y="4248367"/>
                </a:lnTo>
                <a:lnTo>
                  <a:pt x="105822" y="4254436"/>
                </a:lnTo>
                <a:lnTo>
                  <a:pt x="4742012" y="4254436"/>
                </a:lnTo>
                <a:lnTo>
                  <a:pt x="4720810" y="4268724"/>
                </a:lnTo>
                <a:lnTo>
                  <a:pt x="105822" y="4268724"/>
                </a:lnTo>
                <a:lnTo>
                  <a:pt x="105822" y="4281843"/>
                </a:lnTo>
                <a:close/>
              </a:path>
              <a:path w="4777105" h="4282440">
                <a:moveTo>
                  <a:pt x="4742012" y="4254436"/>
                </a:moveTo>
                <a:lnTo>
                  <a:pt x="4670774" y="4254436"/>
                </a:lnTo>
                <a:lnTo>
                  <a:pt x="4700846" y="4248367"/>
                </a:lnTo>
                <a:lnTo>
                  <a:pt x="4725400" y="4231814"/>
                </a:lnTo>
                <a:lnTo>
                  <a:pt x="4741952" y="4207260"/>
                </a:lnTo>
                <a:lnTo>
                  <a:pt x="4748021" y="4177188"/>
                </a:lnTo>
                <a:lnTo>
                  <a:pt x="4748021" y="105822"/>
                </a:lnTo>
                <a:lnTo>
                  <a:pt x="4741952" y="75750"/>
                </a:lnTo>
                <a:lnTo>
                  <a:pt x="4725400" y="51196"/>
                </a:lnTo>
                <a:lnTo>
                  <a:pt x="4700846" y="34644"/>
                </a:lnTo>
                <a:lnTo>
                  <a:pt x="4670774" y="28575"/>
                </a:lnTo>
                <a:lnTo>
                  <a:pt x="105822" y="28575"/>
                </a:lnTo>
                <a:lnTo>
                  <a:pt x="105822" y="14287"/>
                </a:lnTo>
                <a:lnTo>
                  <a:pt x="4670774" y="14287"/>
                </a:lnTo>
                <a:lnTo>
                  <a:pt x="4670774" y="0"/>
                </a:lnTo>
                <a:lnTo>
                  <a:pt x="4711981" y="8310"/>
                </a:lnTo>
                <a:lnTo>
                  <a:pt x="4745616" y="30980"/>
                </a:lnTo>
                <a:lnTo>
                  <a:pt x="4768286" y="64615"/>
                </a:lnTo>
                <a:lnTo>
                  <a:pt x="4776634" y="105822"/>
                </a:lnTo>
                <a:lnTo>
                  <a:pt x="4776634" y="4177188"/>
                </a:lnTo>
                <a:lnTo>
                  <a:pt x="4768273" y="4218396"/>
                </a:lnTo>
                <a:lnTo>
                  <a:pt x="4745581" y="4252031"/>
                </a:lnTo>
                <a:lnTo>
                  <a:pt x="4742012" y="4254436"/>
                </a:lnTo>
                <a:close/>
              </a:path>
              <a:path w="4777105" h="4282440">
                <a:moveTo>
                  <a:pt x="4670774" y="4281843"/>
                </a:moveTo>
                <a:lnTo>
                  <a:pt x="105822" y="4281843"/>
                </a:lnTo>
                <a:lnTo>
                  <a:pt x="105822" y="4268724"/>
                </a:lnTo>
                <a:lnTo>
                  <a:pt x="4670774" y="4268724"/>
                </a:lnTo>
                <a:lnTo>
                  <a:pt x="4670774" y="4281843"/>
                </a:lnTo>
                <a:close/>
              </a:path>
              <a:path w="4777105" h="4282440">
                <a:moveTo>
                  <a:pt x="4676558" y="4281843"/>
                </a:moveTo>
                <a:lnTo>
                  <a:pt x="4670774" y="4281843"/>
                </a:lnTo>
                <a:lnTo>
                  <a:pt x="4670774" y="4268724"/>
                </a:lnTo>
                <a:lnTo>
                  <a:pt x="4720810" y="4268724"/>
                </a:lnTo>
                <a:lnTo>
                  <a:pt x="4711941" y="4274701"/>
                </a:lnTo>
                <a:lnTo>
                  <a:pt x="4676558" y="4281843"/>
                </a:lnTo>
                <a:close/>
              </a:path>
            </a:pathLst>
          </a:custGeom>
          <a:solidFill>
            <a:srgbClr val="b1d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object 6"/>
          <p:cNvSpPr/>
          <p:nvPr/>
        </p:nvSpPr>
        <p:spPr>
          <a:xfrm>
            <a:off x="5796360" y="2319120"/>
            <a:ext cx="4776480" cy="4281840"/>
          </a:xfrm>
          <a:custGeom>
            <a:avLst/>
            <a:gdLst>
              <a:gd name="textAreaLeft" fmla="*/ 0 w 4776480"/>
              <a:gd name="textAreaRight" fmla="*/ 4776840 w 4776480"/>
              <a:gd name="textAreaTop" fmla="*/ 0 h 4281840"/>
              <a:gd name="textAreaBottom" fmla="*/ 4282200 h 4281840"/>
            </a:gdLst>
            <a:ahLst/>
            <a:rect l="textAreaLeft" t="textAreaTop" r="textAreaRight" b="textAreaBottom"/>
            <a:pathLst>
              <a:path w="4777105" h="4282440">
                <a:moveTo>
                  <a:pt x="105822" y="4281980"/>
                </a:moveTo>
                <a:lnTo>
                  <a:pt x="100723" y="4281980"/>
                </a:lnTo>
                <a:lnTo>
                  <a:pt x="64721" y="4274701"/>
                </a:lnTo>
                <a:lnTo>
                  <a:pt x="31068" y="4252031"/>
                </a:lnTo>
                <a:lnTo>
                  <a:pt x="8351" y="4218396"/>
                </a:lnTo>
                <a:lnTo>
                  <a:pt x="0" y="4177188"/>
                </a:lnTo>
                <a:lnTo>
                  <a:pt x="0" y="105822"/>
                </a:lnTo>
                <a:lnTo>
                  <a:pt x="8323" y="64615"/>
                </a:lnTo>
                <a:lnTo>
                  <a:pt x="31015" y="30980"/>
                </a:lnTo>
                <a:lnTo>
                  <a:pt x="64655" y="8310"/>
                </a:lnTo>
                <a:lnTo>
                  <a:pt x="105822" y="0"/>
                </a:lnTo>
                <a:lnTo>
                  <a:pt x="4670965" y="0"/>
                </a:lnTo>
                <a:lnTo>
                  <a:pt x="4670965" y="14287"/>
                </a:lnTo>
                <a:lnTo>
                  <a:pt x="105822" y="14287"/>
                </a:lnTo>
                <a:lnTo>
                  <a:pt x="105822" y="28575"/>
                </a:lnTo>
                <a:lnTo>
                  <a:pt x="75750" y="34644"/>
                </a:lnTo>
                <a:lnTo>
                  <a:pt x="51196" y="51196"/>
                </a:lnTo>
                <a:lnTo>
                  <a:pt x="34644" y="75750"/>
                </a:lnTo>
                <a:lnTo>
                  <a:pt x="28575" y="105822"/>
                </a:lnTo>
                <a:lnTo>
                  <a:pt x="28575" y="4177188"/>
                </a:lnTo>
                <a:lnTo>
                  <a:pt x="34644" y="4207261"/>
                </a:lnTo>
                <a:lnTo>
                  <a:pt x="51196" y="4231814"/>
                </a:lnTo>
                <a:lnTo>
                  <a:pt x="75750" y="4248367"/>
                </a:lnTo>
                <a:lnTo>
                  <a:pt x="105822" y="4254436"/>
                </a:lnTo>
                <a:lnTo>
                  <a:pt x="4742202" y="4254436"/>
                </a:lnTo>
                <a:lnTo>
                  <a:pt x="4721001" y="4268724"/>
                </a:lnTo>
                <a:lnTo>
                  <a:pt x="105822" y="4268724"/>
                </a:lnTo>
                <a:lnTo>
                  <a:pt x="105822" y="4281980"/>
                </a:lnTo>
                <a:close/>
              </a:path>
              <a:path w="4777105" h="4282440">
                <a:moveTo>
                  <a:pt x="4742202" y="4254436"/>
                </a:moveTo>
                <a:lnTo>
                  <a:pt x="4670965" y="4254436"/>
                </a:lnTo>
                <a:lnTo>
                  <a:pt x="4701037" y="4248367"/>
                </a:lnTo>
                <a:lnTo>
                  <a:pt x="4725590" y="4231814"/>
                </a:lnTo>
                <a:lnTo>
                  <a:pt x="4742143" y="4207261"/>
                </a:lnTo>
                <a:lnTo>
                  <a:pt x="4748212" y="4177188"/>
                </a:lnTo>
                <a:lnTo>
                  <a:pt x="4748212" y="105822"/>
                </a:lnTo>
                <a:lnTo>
                  <a:pt x="4742143" y="75750"/>
                </a:lnTo>
                <a:lnTo>
                  <a:pt x="4725590" y="51196"/>
                </a:lnTo>
                <a:lnTo>
                  <a:pt x="4701037" y="34644"/>
                </a:lnTo>
                <a:lnTo>
                  <a:pt x="4670965" y="28575"/>
                </a:lnTo>
                <a:lnTo>
                  <a:pt x="105822" y="28575"/>
                </a:lnTo>
                <a:lnTo>
                  <a:pt x="105822" y="14287"/>
                </a:lnTo>
                <a:lnTo>
                  <a:pt x="4670965" y="14287"/>
                </a:lnTo>
                <a:lnTo>
                  <a:pt x="4670965" y="0"/>
                </a:lnTo>
                <a:lnTo>
                  <a:pt x="4712172" y="8310"/>
                </a:lnTo>
                <a:lnTo>
                  <a:pt x="4745807" y="30980"/>
                </a:lnTo>
                <a:lnTo>
                  <a:pt x="4768477" y="64615"/>
                </a:lnTo>
                <a:lnTo>
                  <a:pt x="4776787" y="105822"/>
                </a:lnTo>
                <a:lnTo>
                  <a:pt x="4776787" y="4177188"/>
                </a:lnTo>
                <a:lnTo>
                  <a:pt x="4768463" y="4218396"/>
                </a:lnTo>
                <a:lnTo>
                  <a:pt x="4745772" y="4252031"/>
                </a:lnTo>
                <a:lnTo>
                  <a:pt x="4742202" y="4254436"/>
                </a:lnTo>
                <a:close/>
              </a:path>
              <a:path w="4777105" h="4282440">
                <a:moveTo>
                  <a:pt x="4670965" y="4281980"/>
                </a:moveTo>
                <a:lnTo>
                  <a:pt x="105822" y="4281980"/>
                </a:lnTo>
                <a:lnTo>
                  <a:pt x="105822" y="4268724"/>
                </a:lnTo>
                <a:lnTo>
                  <a:pt x="4670965" y="4268724"/>
                </a:lnTo>
                <a:lnTo>
                  <a:pt x="4670965" y="4281980"/>
                </a:lnTo>
                <a:close/>
              </a:path>
              <a:path w="4777105" h="4282440">
                <a:moveTo>
                  <a:pt x="4676072" y="4281980"/>
                </a:moveTo>
                <a:lnTo>
                  <a:pt x="4670965" y="4281980"/>
                </a:lnTo>
                <a:lnTo>
                  <a:pt x="4670965" y="4268724"/>
                </a:lnTo>
                <a:lnTo>
                  <a:pt x="4721001" y="4268724"/>
                </a:lnTo>
                <a:lnTo>
                  <a:pt x="4712132" y="4274701"/>
                </a:lnTo>
                <a:lnTo>
                  <a:pt x="4676072" y="4281980"/>
                </a:lnTo>
                <a:close/>
              </a:path>
            </a:pathLst>
          </a:custGeom>
          <a:solidFill>
            <a:srgbClr val="b1d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object 7"/>
          <p:cNvSpPr/>
          <p:nvPr/>
        </p:nvSpPr>
        <p:spPr>
          <a:xfrm>
            <a:off x="856800" y="6764760"/>
            <a:ext cx="9713520" cy="2203920"/>
          </a:xfrm>
          <a:custGeom>
            <a:avLst/>
            <a:gdLst>
              <a:gd name="textAreaLeft" fmla="*/ 0 w 9713520"/>
              <a:gd name="textAreaRight" fmla="*/ 9713880 w 9713520"/>
              <a:gd name="textAreaTop" fmla="*/ 0 h 2203920"/>
              <a:gd name="textAreaBottom" fmla="*/ 2204280 h 2203920"/>
            </a:gdLst>
            <a:ahLst/>
            <a:rect l="textAreaLeft" t="textAreaTop" r="textAreaRight" b="textAreaBottom"/>
            <a:pathLst>
              <a:path w="9714230" h="2204720">
                <a:moveTo>
                  <a:pt x="106680" y="2204592"/>
                </a:moveTo>
                <a:lnTo>
                  <a:pt x="65217" y="2196359"/>
                </a:lnTo>
                <a:lnTo>
                  <a:pt x="31301" y="2173712"/>
                </a:lnTo>
                <a:lnTo>
                  <a:pt x="8404" y="2140081"/>
                </a:lnTo>
                <a:lnTo>
                  <a:pt x="0" y="2098833"/>
                </a:lnTo>
                <a:lnTo>
                  <a:pt x="0" y="105822"/>
                </a:lnTo>
                <a:lnTo>
                  <a:pt x="8404" y="64575"/>
                </a:lnTo>
                <a:lnTo>
                  <a:pt x="31301" y="30944"/>
                </a:lnTo>
                <a:lnTo>
                  <a:pt x="65217" y="8297"/>
                </a:lnTo>
                <a:lnTo>
                  <a:pt x="106680" y="0"/>
                </a:lnTo>
                <a:lnTo>
                  <a:pt x="9609297" y="0"/>
                </a:lnTo>
                <a:lnTo>
                  <a:pt x="9609297" y="14287"/>
                </a:lnTo>
                <a:lnTo>
                  <a:pt x="106680" y="14287"/>
                </a:lnTo>
                <a:lnTo>
                  <a:pt x="106680" y="28575"/>
                </a:lnTo>
                <a:lnTo>
                  <a:pt x="76212" y="34671"/>
                </a:lnTo>
                <a:lnTo>
                  <a:pt x="51386" y="51268"/>
                </a:lnTo>
                <a:lnTo>
                  <a:pt x="34689" y="75830"/>
                </a:lnTo>
                <a:lnTo>
                  <a:pt x="28575" y="105822"/>
                </a:lnTo>
                <a:lnTo>
                  <a:pt x="28575" y="2098833"/>
                </a:lnTo>
                <a:lnTo>
                  <a:pt x="34725" y="2128865"/>
                </a:lnTo>
                <a:lnTo>
                  <a:pt x="51464" y="2153424"/>
                </a:lnTo>
                <a:lnTo>
                  <a:pt x="76299" y="2169999"/>
                </a:lnTo>
                <a:lnTo>
                  <a:pt x="106680" y="2176081"/>
                </a:lnTo>
                <a:lnTo>
                  <a:pt x="9681127" y="2176081"/>
                </a:lnTo>
                <a:lnTo>
                  <a:pt x="9659730" y="2190369"/>
                </a:lnTo>
                <a:lnTo>
                  <a:pt x="106680" y="2190369"/>
                </a:lnTo>
                <a:lnTo>
                  <a:pt x="106680" y="2204592"/>
                </a:lnTo>
                <a:close/>
              </a:path>
              <a:path w="9714230" h="2204720">
                <a:moveTo>
                  <a:pt x="9681127" y="2176081"/>
                </a:moveTo>
                <a:lnTo>
                  <a:pt x="9609297" y="2176081"/>
                </a:lnTo>
                <a:lnTo>
                  <a:pt x="9639784" y="2169999"/>
                </a:lnTo>
                <a:lnTo>
                  <a:pt x="9664600" y="2153424"/>
                </a:lnTo>
                <a:lnTo>
                  <a:pt x="9681291" y="2128865"/>
                </a:lnTo>
                <a:lnTo>
                  <a:pt x="9687401" y="2098833"/>
                </a:lnTo>
                <a:lnTo>
                  <a:pt x="9687401" y="105822"/>
                </a:lnTo>
                <a:lnTo>
                  <a:pt x="9681278" y="75830"/>
                </a:lnTo>
                <a:lnTo>
                  <a:pt x="9664565" y="51268"/>
                </a:lnTo>
                <a:lnTo>
                  <a:pt x="9639744" y="34671"/>
                </a:lnTo>
                <a:lnTo>
                  <a:pt x="9609297" y="28575"/>
                </a:lnTo>
                <a:lnTo>
                  <a:pt x="106680" y="28575"/>
                </a:lnTo>
                <a:lnTo>
                  <a:pt x="106680" y="14287"/>
                </a:lnTo>
                <a:lnTo>
                  <a:pt x="9609297" y="14287"/>
                </a:lnTo>
                <a:lnTo>
                  <a:pt x="9609297" y="0"/>
                </a:lnTo>
                <a:lnTo>
                  <a:pt x="9650758" y="8297"/>
                </a:lnTo>
                <a:lnTo>
                  <a:pt x="9684675" y="30944"/>
                </a:lnTo>
                <a:lnTo>
                  <a:pt x="9707572" y="64575"/>
                </a:lnTo>
                <a:lnTo>
                  <a:pt x="9713974" y="95993"/>
                </a:lnTo>
                <a:lnTo>
                  <a:pt x="9713974" y="2108662"/>
                </a:lnTo>
                <a:lnTo>
                  <a:pt x="9707572" y="2140081"/>
                </a:lnTo>
                <a:lnTo>
                  <a:pt x="9684675" y="2173712"/>
                </a:lnTo>
                <a:lnTo>
                  <a:pt x="9681127" y="2176081"/>
                </a:lnTo>
                <a:close/>
              </a:path>
              <a:path w="9714230" h="2204720">
                <a:moveTo>
                  <a:pt x="9609297" y="2204592"/>
                </a:moveTo>
                <a:lnTo>
                  <a:pt x="106692" y="2204592"/>
                </a:lnTo>
                <a:lnTo>
                  <a:pt x="106680" y="2190369"/>
                </a:lnTo>
                <a:lnTo>
                  <a:pt x="9609297" y="2190369"/>
                </a:lnTo>
                <a:lnTo>
                  <a:pt x="9609297" y="2204592"/>
                </a:lnTo>
                <a:close/>
              </a:path>
              <a:path w="9714230" h="2204720">
                <a:moveTo>
                  <a:pt x="9609618" y="2204592"/>
                </a:moveTo>
                <a:lnTo>
                  <a:pt x="9609297" y="2204592"/>
                </a:lnTo>
                <a:lnTo>
                  <a:pt x="9609297" y="2190369"/>
                </a:lnTo>
                <a:lnTo>
                  <a:pt x="9659730" y="2190369"/>
                </a:lnTo>
                <a:lnTo>
                  <a:pt x="9650758" y="2196359"/>
                </a:lnTo>
                <a:lnTo>
                  <a:pt x="9609618" y="2204592"/>
                </a:lnTo>
                <a:close/>
              </a:path>
            </a:pathLst>
          </a:custGeom>
          <a:solidFill>
            <a:srgbClr val="b1d4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894600" y="1247760"/>
            <a:ext cx="5621040" cy="1730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IN" sz="4500" spc="-270" strike="noStrike">
                <a:solidFill>
                  <a:srgbClr val="000000"/>
                </a:solidFill>
                <a:latin typeface="Georgia"/>
              </a:rPr>
              <a:t>Technology</a:t>
            </a:r>
            <a:r>
              <a:rPr b="1" lang="en-IN" sz="4500" spc="-131" strike="noStrike">
                <a:solidFill>
                  <a:srgbClr val="000000"/>
                </a:solidFill>
                <a:latin typeface="Georgia"/>
              </a:rPr>
              <a:t> </a:t>
            </a:r>
            <a:r>
              <a:rPr b="1" lang="en-IN" sz="4500" spc="-282" strike="noStrike">
                <a:solidFill>
                  <a:srgbClr val="000000"/>
                </a:solidFill>
                <a:latin typeface="Georgia"/>
              </a:rPr>
              <a:t>Stack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object 9"/>
          <p:cNvSpPr/>
          <p:nvPr/>
        </p:nvSpPr>
        <p:spPr>
          <a:xfrm>
            <a:off x="1104840" y="2521800"/>
            <a:ext cx="4528440" cy="26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2250" spc="-171" strike="noStrike">
                <a:solidFill>
                  <a:srgbClr val="262525"/>
                </a:solidFill>
                <a:latin typeface="Georgia"/>
                <a:ea typeface="DejaVu Sans"/>
              </a:rPr>
              <a:t>Backend</a:t>
            </a:r>
            <a:r>
              <a:rPr b="1" lang="en-IN" sz="2250" spc="-26" strike="noStrike">
                <a:solidFill>
                  <a:srgbClr val="262525"/>
                </a:solidFill>
                <a:latin typeface="Georgia"/>
                <a:ea typeface="DejaVu Sans"/>
              </a:rPr>
              <a:t> </a:t>
            </a:r>
            <a:r>
              <a:rPr b="1" lang="en-IN" sz="2250" spc="-75" strike="noStrike">
                <a:solidFill>
                  <a:srgbClr val="262525"/>
                </a:solidFill>
                <a:latin typeface="Georgia"/>
                <a:ea typeface="DejaVu Sans"/>
              </a:rPr>
              <a:t>Infrastructure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28000"/>
              </a:lnSpc>
              <a:spcBef>
                <a:spcPts val="686"/>
              </a:spcBef>
            </a:pPr>
            <a:r>
              <a:rPr b="1" lang="en-IN" sz="1650" spc="-12" strike="noStrike">
                <a:solidFill>
                  <a:srgbClr val="262525"/>
                </a:solidFill>
                <a:latin typeface="Tahoma"/>
                <a:ea typeface="DejaVu Sans"/>
              </a:rPr>
              <a:t>Node.js:</a:t>
            </a:r>
            <a:r>
              <a:rPr b="1" lang="en-IN" sz="1650" spc="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Event-</a:t>
            </a:r>
            <a:r>
              <a:rPr b="0" lang="en-IN" sz="1650" spc="60" strike="noStrike">
                <a:solidFill>
                  <a:srgbClr val="262525"/>
                </a:solidFill>
                <a:latin typeface="Tahoma"/>
                <a:ea typeface="DejaVu Sans"/>
              </a:rPr>
              <a:t>driven</a:t>
            </a:r>
            <a:r>
              <a:rPr b="0" lang="en-IN" sz="1650" spc="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runtime</a:t>
            </a:r>
            <a:r>
              <a:rPr b="0" lang="en-IN" sz="1650" spc="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for</a:t>
            </a:r>
            <a:r>
              <a:rPr b="0" lang="en-IN" sz="1650" spc="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9" strike="noStrike">
                <a:solidFill>
                  <a:srgbClr val="262525"/>
                </a:solidFill>
                <a:latin typeface="Tahoma"/>
                <a:ea typeface="DejaVu Sans"/>
              </a:rPr>
              <a:t>scalable </a:t>
            </a:r>
            <a:r>
              <a:rPr b="0" lang="en-IN" sz="1650" spc="80" strike="noStrike">
                <a:solidFill>
                  <a:srgbClr val="262525"/>
                </a:solidFill>
                <a:latin typeface="Tahoma"/>
                <a:ea typeface="DejaVu Sans"/>
              </a:rPr>
              <a:t>server-side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processing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28000"/>
              </a:lnSpc>
              <a:spcBef>
                <a:spcPts val="955"/>
              </a:spcBef>
            </a:pPr>
            <a:r>
              <a:rPr b="1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Express.js:</a:t>
            </a:r>
            <a:r>
              <a:rPr b="1" lang="en-IN" sz="165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Lightweight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0" strike="noStrike">
                <a:solidFill>
                  <a:srgbClr val="262525"/>
                </a:solidFill>
                <a:latin typeface="Tahoma"/>
                <a:ea typeface="DejaVu Sans"/>
              </a:rPr>
              <a:t>framework</a:t>
            </a:r>
            <a:r>
              <a:rPr b="0" lang="en-IN" sz="16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29" strike="noStrike">
                <a:solidFill>
                  <a:srgbClr val="262525"/>
                </a:solidFill>
                <a:latin typeface="Tahoma"/>
                <a:ea typeface="DejaVu Sans"/>
              </a:rPr>
              <a:t>for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building</a:t>
            </a:r>
            <a:r>
              <a:rPr b="0" lang="en-IN" sz="16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RESTful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1" strike="noStrike">
                <a:solidFill>
                  <a:srgbClr val="262525"/>
                </a:solidFill>
                <a:latin typeface="Tahoma"/>
                <a:ea typeface="DejaVu Sans"/>
              </a:rPr>
              <a:t>APIs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28000"/>
              </a:lnSpc>
              <a:spcBef>
                <a:spcPts val="955"/>
              </a:spcBef>
            </a:pPr>
            <a:r>
              <a:rPr b="1" lang="en-IN" sz="1650" spc="-21" strike="noStrike">
                <a:solidFill>
                  <a:srgbClr val="262525"/>
                </a:solidFill>
                <a:latin typeface="Tahoma"/>
                <a:ea typeface="DejaVu Sans"/>
              </a:rPr>
              <a:t>Prisma</a:t>
            </a:r>
            <a:r>
              <a:rPr b="1" lang="en-IN" sz="1650" spc="-10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1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ORM:</a:t>
            </a:r>
            <a:r>
              <a:rPr b="1" lang="en-IN" sz="1650" spc="-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100" strike="noStrike">
                <a:solidFill>
                  <a:srgbClr val="262525"/>
                </a:solidFill>
                <a:latin typeface="Tahoma"/>
                <a:ea typeface="DejaVu Sans"/>
              </a:rPr>
              <a:t>Type-</a:t>
            </a:r>
            <a:r>
              <a:rPr b="0" lang="en-IN" sz="1650" spc="92" strike="noStrike">
                <a:solidFill>
                  <a:srgbClr val="262525"/>
                </a:solidFill>
                <a:latin typeface="Tahoma"/>
                <a:ea typeface="DejaVu Sans"/>
              </a:rPr>
              <a:t>safe</a:t>
            </a:r>
            <a:r>
              <a:rPr b="0" lang="en-IN" sz="1650" spc="-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database</a:t>
            </a:r>
            <a:r>
              <a:rPr b="0" lang="en-IN" sz="1650" spc="-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114" strike="noStrike">
                <a:solidFill>
                  <a:srgbClr val="262525"/>
                </a:solidFill>
                <a:latin typeface="Tahoma"/>
                <a:ea typeface="DejaVu Sans"/>
              </a:rPr>
              <a:t>access 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650" spc="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automatic</a:t>
            </a:r>
            <a:r>
              <a:rPr b="0" lang="en-IN" sz="1650" spc="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94" strike="noStrike">
                <a:solidFill>
                  <a:srgbClr val="262525"/>
                </a:solidFill>
                <a:latin typeface="Tahoma"/>
                <a:ea typeface="DejaVu Sans"/>
              </a:rPr>
              <a:t>schema</a:t>
            </a:r>
            <a:r>
              <a:rPr b="0" lang="en-IN" sz="1650" spc="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management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object 10"/>
          <p:cNvSpPr/>
          <p:nvPr/>
        </p:nvSpPr>
        <p:spPr>
          <a:xfrm>
            <a:off x="1104840" y="5587560"/>
            <a:ext cx="3580560" cy="6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 anchor="t">
            <a:spAutoFit/>
          </a:bodyPr>
          <a:p>
            <a:pPr marL="12600">
              <a:lnSpc>
                <a:spcPct val="128000"/>
              </a:lnSpc>
              <a:spcBef>
                <a:spcPts val="91"/>
              </a:spcBef>
            </a:pPr>
            <a:r>
              <a:rPr b="1" lang="en-IN" sz="1650" spc="7" strike="noStrike">
                <a:solidFill>
                  <a:srgbClr val="262525"/>
                </a:solidFill>
                <a:latin typeface="Tahoma"/>
                <a:ea typeface="DejaVu Sans"/>
              </a:rPr>
              <a:t>MySQL</a:t>
            </a:r>
            <a:r>
              <a:rPr b="1" lang="en-IN" sz="1650" spc="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1" lang="en-IN" sz="1650" spc="7" strike="noStrike">
                <a:solidFill>
                  <a:srgbClr val="262525"/>
                </a:solidFill>
                <a:latin typeface="Tahoma"/>
                <a:ea typeface="DejaVu Sans"/>
              </a:rPr>
              <a:t>8.0:</a:t>
            </a:r>
            <a:r>
              <a:rPr b="1" lang="en-IN" sz="1650" spc="12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7" strike="noStrike">
                <a:solidFill>
                  <a:srgbClr val="262525"/>
                </a:solidFill>
                <a:latin typeface="Tahoma"/>
                <a:ea typeface="DejaVu Sans"/>
              </a:rPr>
              <a:t>Relational</a:t>
            </a:r>
            <a:r>
              <a:rPr b="0" lang="en-IN" sz="165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database</a:t>
            </a:r>
            <a:r>
              <a:rPr b="0" lang="en-IN" sz="165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29" strike="noStrike">
                <a:solidFill>
                  <a:srgbClr val="262525"/>
                </a:solidFill>
                <a:latin typeface="Tahoma"/>
                <a:ea typeface="DejaVu Sans"/>
              </a:rPr>
              <a:t>for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structured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data</a:t>
            </a:r>
            <a:r>
              <a:rPr b="0" lang="en-IN" sz="165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storage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object 11"/>
          <p:cNvSpPr/>
          <p:nvPr/>
        </p:nvSpPr>
        <p:spPr>
          <a:xfrm>
            <a:off x="6044040" y="2521800"/>
            <a:ext cx="4220280" cy="337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2250" spc="-171" strike="noStrike">
                <a:solidFill>
                  <a:srgbClr val="262525"/>
                </a:solidFill>
                <a:latin typeface="Georgia"/>
                <a:ea typeface="DejaVu Sans"/>
              </a:rPr>
              <a:t>Frontend</a:t>
            </a:r>
            <a:r>
              <a:rPr b="1" lang="en-IN" sz="2250" spc="-72" strike="noStrike">
                <a:solidFill>
                  <a:srgbClr val="262525"/>
                </a:solidFill>
                <a:latin typeface="Georgia"/>
                <a:ea typeface="DejaVu Sans"/>
              </a:rPr>
              <a:t> </a:t>
            </a:r>
            <a:r>
              <a:rPr b="1" lang="en-IN" sz="2250" spc="-66" strike="noStrike">
                <a:solidFill>
                  <a:srgbClr val="262525"/>
                </a:solidFill>
                <a:latin typeface="Georgia"/>
                <a:ea typeface="DejaVu Sans"/>
              </a:rPr>
              <a:t>Development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28000"/>
              </a:lnSpc>
              <a:spcBef>
                <a:spcPts val="686"/>
              </a:spcBef>
            </a:pPr>
            <a:r>
              <a:rPr b="1" lang="en-IN" sz="1650" spc="-21" strike="noStrike">
                <a:solidFill>
                  <a:srgbClr val="262525"/>
                </a:solidFill>
                <a:latin typeface="Tahoma"/>
                <a:ea typeface="DejaVu Sans"/>
              </a:rPr>
              <a:t>React</a:t>
            </a:r>
            <a:r>
              <a:rPr b="1" lang="en-IN" sz="1650" spc="-9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1" lang="en-IN" sz="1650" spc="-21" strike="noStrike">
                <a:solidFill>
                  <a:srgbClr val="262525"/>
                </a:solidFill>
                <a:latin typeface="Tahoma"/>
                <a:ea typeface="DejaVu Sans"/>
              </a:rPr>
              <a:t>Native:</a:t>
            </a:r>
            <a:r>
              <a:rPr b="1" lang="en-IN" sz="165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Cross-platform</a:t>
            </a:r>
            <a:r>
              <a:rPr b="0" lang="en-IN" sz="16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6" strike="noStrike">
                <a:solidFill>
                  <a:srgbClr val="262525"/>
                </a:solidFill>
                <a:latin typeface="Tahoma"/>
                <a:ea typeface="DejaVu Sans"/>
              </a:rPr>
              <a:t>mobile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application</a:t>
            </a:r>
            <a:r>
              <a:rPr b="0" lang="en-IN" sz="165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framework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28000"/>
              </a:lnSpc>
              <a:spcBef>
                <a:spcPts val="955"/>
              </a:spcBef>
            </a:pPr>
            <a:r>
              <a:rPr b="1" lang="en-IN" sz="1650" spc="-12" strike="noStrike">
                <a:solidFill>
                  <a:srgbClr val="262525"/>
                </a:solidFill>
                <a:latin typeface="Tahoma"/>
                <a:ea typeface="DejaVu Sans"/>
              </a:rPr>
              <a:t>Expo</a:t>
            </a:r>
            <a:r>
              <a:rPr b="1" lang="en-IN" sz="1650" spc="-9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1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SDK:</a:t>
            </a:r>
            <a:r>
              <a:rPr b="1" lang="en-IN" sz="165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0" strike="noStrike">
                <a:solidFill>
                  <a:srgbClr val="262525"/>
                </a:solidFill>
                <a:latin typeface="Tahoma"/>
                <a:ea typeface="DejaVu Sans"/>
              </a:rPr>
              <a:t>Development</a:t>
            </a:r>
            <a:r>
              <a:rPr b="0" lang="en-IN" sz="165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tools</a:t>
            </a:r>
            <a:r>
              <a:rPr b="0" lang="en-IN" sz="165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1" strike="noStrike">
                <a:solidFill>
                  <a:srgbClr val="262525"/>
                </a:solidFill>
                <a:latin typeface="Tahoma"/>
                <a:ea typeface="DejaVu Sans"/>
              </a:rPr>
              <a:t>and </a:t>
            </a:r>
            <a:r>
              <a:rPr b="0" lang="en-IN" sz="1650" spc="60" strike="noStrike">
                <a:solidFill>
                  <a:srgbClr val="262525"/>
                </a:solidFill>
                <a:latin typeface="Tahoma"/>
                <a:ea typeface="DejaVu Sans"/>
              </a:rPr>
              <a:t>deployment</a:t>
            </a:r>
            <a:r>
              <a:rPr b="0" lang="en-IN" sz="1650" spc="-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6" strike="noStrike">
                <a:solidFill>
                  <a:srgbClr val="262525"/>
                </a:solidFill>
                <a:latin typeface="Tahoma"/>
                <a:ea typeface="DejaVu Sans"/>
              </a:rPr>
              <a:t>pipeline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28000"/>
              </a:lnSpc>
              <a:spcBef>
                <a:spcPts val="955"/>
              </a:spcBef>
            </a:pPr>
            <a:r>
              <a:rPr b="1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Zustand:</a:t>
            </a:r>
            <a:r>
              <a:rPr b="1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State</a:t>
            </a:r>
            <a:r>
              <a:rPr b="0" lang="en-IN" sz="1650" spc="-7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0" strike="noStrike">
                <a:solidFill>
                  <a:srgbClr val="262525"/>
                </a:solidFill>
                <a:latin typeface="Tahoma"/>
                <a:ea typeface="DejaVu Sans"/>
              </a:rPr>
              <a:t>management</a:t>
            </a:r>
            <a:r>
              <a:rPr b="0" lang="en-IN" sz="1650" spc="-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for</a:t>
            </a:r>
            <a:r>
              <a:rPr b="0" lang="en-IN" sz="1650" spc="-7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global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application</a:t>
            </a:r>
            <a:r>
              <a:rPr b="0" lang="en-IN" sz="165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29" strike="noStrike">
                <a:solidFill>
                  <a:srgbClr val="262525"/>
                </a:solidFill>
                <a:latin typeface="Tahoma"/>
                <a:ea typeface="DejaVu Sans"/>
              </a:rPr>
              <a:t>state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28000"/>
              </a:lnSpc>
              <a:spcBef>
                <a:spcPts val="961"/>
              </a:spcBef>
            </a:pPr>
            <a:r>
              <a:rPr b="1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Axios:</a:t>
            </a:r>
            <a:r>
              <a:rPr b="1" lang="en-IN" sz="1650" spc="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109" strike="noStrike">
                <a:solidFill>
                  <a:srgbClr val="262525"/>
                </a:solidFill>
                <a:latin typeface="Tahoma"/>
                <a:ea typeface="DejaVu Sans"/>
              </a:rPr>
              <a:t>HTTP</a:t>
            </a:r>
            <a:r>
              <a:rPr b="0" lang="en-IN" sz="165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client</a:t>
            </a:r>
            <a:r>
              <a:rPr b="0" lang="en-IN" sz="1650" spc="-1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for</a:t>
            </a:r>
            <a:r>
              <a:rPr b="0" lang="en-IN" sz="165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API</a:t>
            </a:r>
            <a:r>
              <a:rPr b="0" lang="en-IN" sz="1650" spc="-1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communication 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650" spc="10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the</a:t>
            </a:r>
            <a:r>
              <a:rPr b="0" lang="en-IN" sz="1650" spc="10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80" strike="noStrike">
                <a:solidFill>
                  <a:srgbClr val="262525"/>
                </a:solidFill>
                <a:latin typeface="Tahoma"/>
                <a:ea typeface="DejaVu Sans"/>
              </a:rPr>
              <a:t>backend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object 12"/>
          <p:cNvSpPr/>
          <p:nvPr/>
        </p:nvSpPr>
        <p:spPr>
          <a:xfrm>
            <a:off x="1104840" y="6967440"/>
            <a:ext cx="8670240" cy="19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2250" spc="-160" strike="noStrike">
                <a:solidFill>
                  <a:srgbClr val="262525"/>
                </a:solidFill>
                <a:latin typeface="Georgia"/>
                <a:ea typeface="DejaVu Sans"/>
              </a:rPr>
              <a:t>External</a:t>
            </a:r>
            <a:r>
              <a:rPr b="1" lang="en-IN" sz="2250" spc="-7" strike="noStrike">
                <a:solidFill>
                  <a:srgbClr val="262525"/>
                </a:solidFill>
                <a:latin typeface="Georgia"/>
                <a:ea typeface="DejaVu Sans"/>
              </a:rPr>
              <a:t> </a:t>
            </a:r>
            <a:r>
              <a:rPr b="1" lang="en-IN" sz="2250" spc="-60" strike="noStrike">
                <a:solidFill>
                  <a:srgbClr val="262525"/>
                </a:solidFill>
                <a:latin typeface="Georgia"/>
                <a:ea typeface="DejaVu Sans"/>
              </a:rPr>
              <a:t>Integrations</a:t>
            </a:r>
            <a:endParaRPr b="0" lang="en-US" sz="22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256"/>
              </a:spcBef>
            </a:pPr>
            <a:r>
              <a:rPr b="1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Razorpay:</a:t>
            </a:r>
            <a:r>
              <a:rPr b="1" lang="en-IN" sz="165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Payment</a:t>
            </a:r>
            <a:r>
              <a:rPr b="0" lang="en-IN" sz="1650" spc="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86" strike="noStrike">
                <a:solidFill>
                  <a:srgbClr val="262525"/>
                </a:solidFill>
                <a:latin typeface="Tahoma"/>
                <a:ea typeface="DejaVu Sans"/>
              </a:rPr>
              <a:t>processing</a:t>
            </a:r>
            <a:r>
              <a:rPr b="0" lang="en-IN" sz="1650" spc="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with multiple</a:t>
            </a:r>
            <a:r>
              <a:rPr b="0" lang="en-IN" sz="1650" spc="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payment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methods</a:t>
            </a:r>
            <a:r>
              <a:rPr b="0" lang="en-IN" sz="1650" spc="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650" spc="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92" strike="noStrike">
                <a:solidFill>
                  <a:srgbClr val="262525"/>
                </a:solidFill>
                <a:latin typeface="Tahoma"/>
                <a:ea typeface="DejaVu Sans"/>
              </a:rPr>
              <a:t>secure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1" strike="noStrike">
                <a:solidFill>
                  <a:srgbClr val="262525"/>
                </a:solidFill>
                <a:latin typeface="Tahoma"/>
                <a:ea typeface="DejaVu Sans"/>
              </a:rPr>
              <a:t>verification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500"/>
              </a:spcBef>
            </a:pPr>
            <a:r>
              <a:rPr b="1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Shiprocket:</a:t>
            </a:r>
            <a:r>
              <a:rPr b="1" lang="en-IN" sz="165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0" strike="noStrike">
                <a:solidFill>
                  <a:srgbClr val="262525"/>
                </a:solidFill>
                <a:latin typeface="Tahoma"/>
                <a:ea typeface="DejaVu Sans"/>
              </a:rPr>
              <a:t>Delivery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0" strike="noStrike">
                <a:solidFill>
                  <a:srgbClr val="262525"/>
                </a:solidFill>
                <a:latin typeface="Tahoma"/>
                <a:ea typeface="DejaVu Sans"/>
              </a:rPr>
              <a:t>tracking</a:t>
            </a:r>
            <a:r>
              <a:rPr b="0" lang="en-IN" sz="16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80" strike="noStrike">
                <a:solidFill>
                  <a:srgbClr val="262525"/>
                </a:solidFill>
                <a:latin typeface="Tahoma"/>
                <a:ea typeface="DejaVu Sans"/>
              </a:rPr>
              <a:t>system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6" strike="noStrike">
                <a:solidFill>
                  <a:srgbClr val="262525"/>
                </a:solidFill>
                <a:latin typeface="Tahoma"/>
                <a:ea typeface="DejaVu Sans"/>
              </a:rPr>
              <a:t>real-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time</a:t>
            </a:r>
            <a:r>
              <a:rPr b="0" lang="en-IN" sz="16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0" strike="noStrike">
                <a:solidFill>
                  <a:srgbClr val="262525"/>
                </a:solidFill>
                <a:latin typeface="Tahoma"/>
                <a:ea typeface="DejaVu Sans"/>
              </a:rPr>
              <a:t>shipment</a:t>
            </a:r>
            <a:r>
              <a:rPr b="0" lang="en-IN" sz="16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55" strike="noStrike">
                <a:solidFill>
                  <a:srgbClr val="262525"/>
                </a:solidFill>
                <a:latin typeface="Tahoma"/>
                <a:ea typeface="DejaVu Sans"/>
              </a:rPr>
              <a:t>updates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500"/>
              </a:spcBef>
            </a:pPr>
            <a:r>
              <a:rPr b="1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HTTPS</a:t>
            </a:r>
            <a:r>
              <a:rPr b="1" lang="en-IN" sz="165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1" lang="en-IN" sz="1650" spc="-41" strike="noStrike">
                <a:solidFill>
                  <a:srgbClr val="262525"/>
                </a:solidFill>
                <a:latin typeface="Tahoma"/>
                <a:ea typeface="DejaVu Sans"/>
              </a:rPr>
              <a:t>APIs:</a:t>
            </a:r>
            <a:r>
              <a:rPr b="1" lang="en-IN" sz="1650" spc="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92" strike="noStrike">
                <a:solidFill>
                  <a:srgbClr val="262525"/>
                </a:solidFill>
                <a:latin typeface="Tahoma"/>
                <a:ea typeface="DejaVu Sans"/>
              </a:rPr>
              <a:t>Secure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60" strike="noStrike">
                <a:solidFill>
                  <a:srgbClr val="262525"/>
                </a:solidFill>
                <a:latin typeface="Tahoma"/>
                <a:ea typeface="DejaVu Sans"/>
              </a:rPr>
              <a:t>communication</a:t>
            </a:r>
            <a:r>
              <a:rPr b="0" lang="en-IN" sz="1650" spc="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layer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 with</a:t>
            </a:r>
            <a:r>
              <a:rPr b="0" lang="en-IN" sz="1650" spc="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75" strike="noStrike">
                <a:solidFill>
                  <a:srgbClr val="262525"/>
                </a:solidFill>
                <a:latin typeface="Tahoma"/>
                <a:ea typeface="DejaVu Sans"/>
              </a:rPr>
              <a:t>encrypted</a:t>
            </a:r>
            <a:r>
              <a:rPr b="0" lang="en-IN" sz="1650" spc="-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9" strike="noStrike">
                <a:solidFill>
                  <a:srgbClr val="262525"/>
                </a:solidFill>
                <a:latin typeface="Tahoma"/>
                <a:ea typeface="DejaVu Sans"/>
              </a:rPr>
              <a:t>data</a:t>
            </a:r>
            <a:r>
              <a:rPr b="0" lang="en-IN" sz="1650" spc="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650" spc="46" strike="noStrike">
                <a:solidFill>
                  <a:srgbClr val="262525"/>
                </a:solidFill>
                <a:latin typeface="Tahoma"/>
                <a:ea typeface="DejaVu Sans"/>
              </a:rPr>
              <a:t>transmission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object 2" descr=""/>
          <p:cNvPicPr/>
          <p:nvPr/>
        </p:nvPicPr>
        <p:blipFill>
          <a:blip r:embed="rId1"/>
          <a:stretch/>
        </p:blipFill>
        <p:spPr>
          <a:xfrm>
            <a:off x="10006200" y="1511640"/>
            <a:ext cx="7252200" cy="6398280"/>
          </a:xfrm>
          <a:prstGeom prst="rect">
            <a:avLst/>
          </a:prstGeom>
          <a:ln w="0">
            <a:noFill/>
          </a:ln>
        </p:spPr>
      </p:pic>
      <p:grpSp>
        <p:nvGrpSpPr>
          <p:cNvPr id="380" name="object 3"/>
          <p:cNvGrpSpPr/>
          <p:nvPr/>
        </p:nvGrpSpPr>
        <p:grpSpPr>
          <a:xfrm>
            <a:off x="936000" y="3024360"/>
            <a:ext cx="714960" cy="1900440"/>
            <a:chOff x="936000" y="3024360"/>
            <a:chExt cx="714960" cy="1900440"/>
          </a:xfrm>
        </p:grpSpPr>
        <p:sp>
          <p:nvSpPr>
            <p:cNvPr id="381" name="object 4"/>
            <p:cNvSpPr/>
            <p:nvPr/>
          </p:nvSpPr>
          <p:spPr>
            <a:xfrm>
              <a:off x="1176120" y="3183480"/>
              <a:ext cx="234720" cy="1736640"/>
            </a:xfrm>
            <a:custGeom>
              <a:avLst/>
              <a:gdLst>
                <a:gd name="textAreaLeft" fmla="*/ 0 w 234720"/>
                <a:gd name="textAreaRight" fmla="*/ 235080 w 234720"/>
                <a:gd name="textAreaTop" fmla="*/ 0 h 1736640"/>
                <a:gd name="textAreaBottom" fmla="*/ 1737000 h 1736640"/>
              </a:gdLst>
              <a:ahLst/>
              <a:rect l="textAreaLeft" t="textAreaTop" r="textAreaRight" b="textAreaBottom"/>
              <a:pathLst>
                <a:path w="235584" h="1737360">
                  <a:moveTo>
                    <a:pt x="136302" y="1737264"/>
                  </a:moveTo>
                  <a:lnTo>
                    <a:pt x="98774" y="1737264"/>
                  </a:lnTo>
                  <a:lnTo>
                    <a:pt x="60379" y="1729238"/>
                  </a:lnTo>
                  <a:lnTo>
                    <a:pt x="28971" y="1707344"/>
                  </a:lnTo>
                  <a:lnTo>
                    <a:pt x="7784" y="1674859"/>
                  </a:lnTo>
                  <a:lnTo>
                    <a:pt x="0" y="1635061"/>
                  </a:lnTo>
                  <a:lnTo>
                    <a:pt x="0" y="102203"/>
                  </a:lnTo>
                  <a:lnTo>
                    <a:pt x="7758" y="62445"/>
                  </a:lnTo>
                  <a:lnTo>
                    <a:pt x="28920" y="29956"/>
                  </a:lnTo>
                  <a:lnTo>
                    <a:pt x="60315" y="8039"/>
                  </a:lnTo>
                  <a:lnTo>
                    <a:pt x="98774" y="0"/>
                  </a:lnTo>
                  <a:lnTo>
                    <a:pt x="136302" y="0"/>
                  </a:lnTo>
                  <a:lnTo>
                    <a:pt x="174761" y="8039"/>
                  </a:lnTo>
                  <a:lnTo>
                    <a:pt x="206156" y="29956"/>
                  </a:lnTo>
                  <a:lnTo>
                    <a:pt x="227318" y="62445"/>
                  </a:lnTo>
                  <a:lnTo>
                    <a:pt x="235076" y="102203"/>
                  </a:lnTo>
                  <a:lnTo>
                    <a:pt x="235076" y="1635061"/>
                  </a:lnTo>
                  <a:lnTo>
                    <a:pt x="227318" y="1674859"/>
                  </a:lnTo>
                  <a:lnTo>
                    <a:pt x="206156" y="1707344"/>
                  </a:lnTo>
                  <a:lnTo>
                    <a:pt x="174761" y="1729238"/>
                  </a:lnTo>
                  <a:lnTo>
                    <a:pt x="136302" y="1737264"/>
                  </a:lnTo>
                  <a:close/>
                </a:path>
              </a:pathLst>
            </a:custGeom>
            <a:solidFill>
              <a:srgbClr val="cce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2" name="object 5"/>
            <p:cNvSpPr/>
            <p:nvPr/>
          </p:nvSpPr>
          <p:spPr>
            <a:xfrm>
              <a:off x="1171440" y="3178800"/>
              <a:ext cx="244440" cy="1746000"/>
            </a:xfrm>
            <a:custGeom>
              <a:avLst/>
              <a:gdLst>
                <a:gd name="textAreaLeft" fmla="*/ 0 w 244440"/>
                <a:gd name="textAreaRight" fmla="*/ 244800 w 244440"/>
                <a:gd name="textAreaTop" fmla="*/ 0 h 1746000"/>
                <a:gd name="textAreaBottom" fmla="*/ 1746360 h 1746000"/>
              </a:gdLst>
              <a:ahLst/>
              <a:rect l="textAreaLeft" t="textAreaTop" r="textAreaRight" b="textAreaBottom"/>
              <a:pathLst>
                <a:path w="245109" h="1746885">
                  <a:moveTo>
                    <a:pt x="103536" y="1746789"/>
                  </a:moveTo>
                  <a:lnTo>
                    <a:pt x="63232" y="1738367"/>
                  </a:lnTo>
                  <a:lnTo>
                    <a:pt x="30316" y="1715416"/>
                  </a:lnTo>
                  <a:lnTo>
                    <a:pt x="8140" y="1681411"/>
                  </a:lnTo>
                  <a:lnTo>
                    <a:pt x="0" y="1639824"/>
                  </a:lnTo>
                  <a:lnTo>
                    <a:pt x="0" y="106965"/>
                  </a:lnTo>
                  <a:lnTo>
                    <a:pt x="8114" y="65418"/>
                  </a:lnTo>
                  <a:lnTo>
                    <a:pt x="30265" y="31408"/>
                  </a:lnTo>
                  <a:lnTo>
                    <a:pt x="63168" y="8435"/>
                  </a:lnTo>
                  <a:lnTo>
                    <a:pt x="103536" y="0"/>
                  </a:lnTo>
                  <a:lnTo>
                    <a:pt x="141065" y="0"/>
                  </a:lnTo>
                  <a:lnTo>
                    <a:pt x="141065" y="4762"/>
                  </a:lnTo>
                  <a:lnTo>
                    <a:pt x="103536" y="4762"/>
                  </a:lnTo>
                  <a:lnTo>
                    <a:pt x="103536" y="9525"/>
                  </a:lnTo>
                  <a:lnTo>
                    <a:pt x="37135" y="38028"/>
                  </a:lnTo>
                  <a:lnTo>
                    <a:pt x="9525" y="106965"/>
                  </a:lnTo>
                  <a:lnTo>
                    <a:pt x="9525" y="1639824"/>
                  </a:lnTo>
                  <a:lnTo>
                    <a:pt x="16941" y="1677833"/>
                  </a:lnTo>
                  <a:lnTo>
                    <a:pt x="37135" y="1708796"/>
                  </a:lnTo>
                  <a:lnTo>
                    <a:pt x="67027" y="1729634"/>
                  </a:lnTo>
                  <a:lnTo>
                    <a:pt x="103536" y="1737264"/>
                  </a:lnTo>
                  <a:lnTo>
                    <a:pt x="183014" y="1737264"/>
                  </a:lnTo>
                  <a:lnTo>
                    <a:pt x="181433" y="1738367"/>
                  </a:lnTo>
                  <a:lnTo>
                    <a:pt x="163892" y="1742027"/>
                  </a:lnTo>
                  <a:lnTo>
                    <a:pt x="103536" y="1742027"/>
                  </a:lnTo>
                  <a:lnTo>
                    <a:pt x="103536" y="1746789"/>
                  </a:lnTo>
                  <a:close/>
                </a:path>
                <a:path w="245109" h="1746885">
                  <a:moveTo>
                    <a:pt x="183014" y="1737264"/>
                  </a:moveTo>
                  <a:lnTo>
                    <a:pt x="141065" y="1737264"/>
                  </a:lnTo>
                  <a:lnTo>
                    <a:pt x="177550" y="1729634"/>
                  </a:lnTo>
                  <a:lnTo>
                    <a:pt x="207450" y="1708796"/>
                  </a:lnTo>
                  <a:lnTo>
                    <a:pt x="227648" y="1677833"/>
                  </a:lnTo>
                  <a:lnTo>
                    <a:pt x="235077" y="1639824"/>
                  </a:lnTo>
                  <a:lnTo>
                    <a:pt x="235077" y="106965"/>
                  </a:lnTo>
                  <a:lnTo>
                    <a:pt x="227714" y="68996"/>
                  </a:lnTo>
                  <a:lnTo>
                    <a:pt x="207537" y="38028"/>
                  </a:lnTo>
                  <a:lnTo>
                    <a:pt x="177627" y="17168"/>
                  </a:lnTo>
                  <a:lnTo>
                    <a:pt x="141065" y="9525"/>
                  </a:lnTo>
                  <a:lnTo>
                    <a:pt x="103536" y="9525"/>
                  </a:lnTo>
                  <a:lnTo>
                    <a:pt x="103536" y="4762"/>
                  </a:lnTo>
                  <a:lnTo>
                    <a:pt x="141065" y="4762"/>
                  </a:lnTo>
                  <a:lnTo>
                    <a:pt x="141065" y="0"/>
                  </a:lnTo>
                  <a:lnTo>
                    <a:pt x="181433" y="8435"/>
                  </a:lnTo>
                  <a:lnTo>
                    <a:pt x="214336" y="31408"/>
                  </a:lnTo>
                  <a:lnTo>
                    <a:pt x="236487" y="65418"/>
                  </a:lnTo>
                  <a:lnTo>
                    <a:pt x="244678" y="106965"/>
                  </a:lnTo>
                  <a:lnTo>
                    <a:pt x="244678" y="1639824"/>
                  </a:lnTo>
                  <a:lnTo>
                    <a:pt x="236487" y="1681411"/>
                  </a:lnTo>
                  <a:lnTo>
                    <a:pt x="214336" y="1715416"/>
                  </a:lnTo>
                  <a:lnTo>
                    <a:pt x="183014" y="1737264"/>
                  </a:lnTo>
                  <a:close/>
                </a:path>
                <a:path w="245109" h="1746885">
                  <a:moveTo>
                    <a:pt x="141065" y="1746789"/>
                  </a:moveTo>
                  <a:lnTo>
                    <a:pt x="103536" y="1746789"/>
                  </a:lnTo>
                  <a:lnTo>
                    <a:pt x="103536" y="1742027"/>
                  </a:lnTo>
                  <a:lnTo>
                    <a:pt x="141065" y="1742027"/>
                  </a:lnTo>
                  <a:lnTo>
                    <a:pt x="141065" y="1746789"/>
                  </a:lnTo>
                  <a:close/>
                </a:path>
                <a:path w="245109" h="1746885">
                  <a:moveTo>
                    <a:pt x="141065" y="1746789"/>
                  </a:moveTo>
                  <a:lnTo>
                    <a:pt x="141065" y="1742027"/>
                  </a:lnTo>
                  <a:lnTo>
                    <a:pt x="163892" y="1742027"/>
                  </a:lnTo>
                  <a:lnTo>
                    <a:pt x="141065" y="1746789"/>
                  </a:lnTo>
                  <a:close/>
                </a:path>
              </a:pathLst>
            </a:custGeom>
            <a:solidFill>
              <a:srgbClr val="b1d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3" name="object 6"/>
            <p:cNvSpPr/>
            <p:nvPr/>
          </p:nvSpPr>
          <p:spPr>
            <a:xfrm>
              <a:off x="941040" y="3029040"/>
              <a:ext cx="705240" cy="705240"/>
            </a:xfrm>
            <a:custGeom>
              <a:avLst/>
              <a:gdLst>
                <a:gd name="textAreaLeft" fmla="*/ 0 w 705240"/>
                <a:gd name="textAreaRight" fmla="*/ 705600 w 705240"/>
                <a:gd name="textAreaTop" fmla="*/ 0 h 705240"/>
                <a:gd name="textAreaBottom" fmla="*/ 705600 h 705240"/>
              </a:gdLst>
              <a:ahLst/>
              <a:rect l="textAreaLeft" t="textAreaTop" r="textAreaRight" b="textAreaBottom"/>
              <a:pathLst>
                <a:path w="706119" h="706120">
                  <a:moveTo>
                    <a:pt x="352805" y="705612"/>
                  </a:moveTo>
                  <a:lnTo>
                    <a:pt x="304925" y="702392"/>
                  </a:lnTo>
                  <a:lnTo>
                    <a:pt x="259005" y="693011"/>
                  </a:lnTo>
                  <a:lnTo>
                    <a:pt x="215464" y="677891"/>
                  </a:lnTo>
                  <a:lnTo>
                    <a:pt x="174723" y="657450"/>
                  </a:lnTo>
                  <a:lnTo>
                    <a:pt x="137203" y="632110"/>
                  </a:lnTo>
                  <a:lnTo>
                    <a:pt x="103322" y="602289"/>
                  </a:lnTo>
                  <a:lnTo>
                    <a:pt x="73501" y="568409"/>
                  </a:lnTo>
                  <a:lnTo>
                    <a:pt x="48161" y="530888"/>
                  </a:lnTo>
                  <a:lnTo>
                    <a:pt x="27720" y="490147"/>
                  </a:lnTo>
                  <a:lnTo>
                    <a:pt x="12600" y="446607"/>
                  </a:lnTo>
                  <a:lnTo>
                    <a:pt x="3220" y="400686"/>
                  </a:lnTo>
                  <a:lnTo>
                    <a:pt x="0" y="352806"/>
                  </a:lnTo>
                  <a:lnTo>
                    <a:pt x="3220" y="304925"/>
                  </a:lnTo>
                  <a:lnTo>
                    <a:pt x="12600" y="259005"/>
                  </a:lnTo>
                  <a:lnTo>
                    <a:pt x="27720" y="215464"/>
                  </a:lnTo>
                  <a:lnTo>
                    <a:pt x="48161" y="174723"/>
                  </a:lnTo>
                  <a:lnTo>
                    <a:pt x="73501" y="137203"/>
                  </a:lnTo>
                  <a:lnTo>
                    <a:pt x="103322" y="103322"/>
                  </a:lnTo>
                  <a:lnTo>
                    <a:pt x="137203" y="73501"/>
                  </a:lnTo>
                  <a:lnTo>
                    <a:pt x="174723" y="48161"/>
                  </a:lnTo>
                  <a:lnTo>
                    <a:pt x="215464" y="27720"/>
                  </a:lnTo>
                  <a:lnTo>
                    <a:pt x="259005" y="12600"/>
                  </a:lnTo>
                  <a:lnTo>
                    <a:pt x="304925" y="3220"/>
                  </a:lnTo>
                  <a:lnTo>
                    <a:pt x="352805" y="0"/>
                  </a:lnTo>
                  <a:lnTo>
                    <a:pt x="400686" y="3220"/>
                  </a:lnTo>
                  <a:lnTo>
                    <a:pt x="446606" y="12600"/>
                  </a:lnTo>
                  <a:lnTo>
                    <a:pt x="490147" y="27720"/>
                  </a:lnTo>
                  <a:lnTo>
                    <a:pt x="530888" y="48161"/>
                  </a:lnTo>
                  <a:lnTo>
                    <a:pt x="568408" y="73501"/>
                  </a:lnTo>
                  <a:lnTo>
                    <a:pt x="602289" y="103322"/>
                  </a:lnTo>
                  <a:lnTo>
                    <a:pt x="632110" y="137203"/>
                  </a:lnTo>
                  <a:lnTo>
                    <a:pt x="657450" y="174723"/>
                  </a:lnTo>
                  <a:lnTo>
                    <a:pt x="677891" y="215464"/>
                  </a:lnTo>
                  <a:lnTo>
                    <a:pt x="693011" y="259005"/>
                  </a:lnTo>
                  <a:lnTo>
                    <a:pt x="702391" y="304925"/>
                  </a:lnTo>
                  <a:lnTo>
                    <a:pt x="705611" y="352806"/>
                  </a:lnTo>
                  <a:lnTo>
                    <a:pt x="702391" y="400686"/>
                  </a:lnTo>
                  <a:lnTo>
                    <a:pt x="693011" y="446607"/>
                  </a:lnTo>
                  <a:lnTo>
                    <a:pt x="677891" y="490147"/>
                  </a:lnTo>
                  <a:lnTo>
                    <a:pt x="657450" y="530888"/>
                  </a:lnTo>
                  <a:lnTo>
                    <a:pt x="632110" y="568409"/>
                  </a:lnTo>
                  <a:lnTo>
                    <a:pt x="602289" y="602289"/>
                  </a:lnTo>
                  <a:lnTo>
                    <a:pt x="568408" y="632110"/>
                  </a:lnTo>
                  <a:lnTo>
                    <a:pt x="530888" y="657450"/>
                  </a:lnTo>
                  <a:lnTo>
                    <a:pt x="490147" y="677891"/>
                  </a:lnTo>
                  <a:lnTo>
                    <a:pt x="446606" y="693011"/>
                  </a:lnTo>
                  <a:lnTo>
                    <a:pt x="400686" y="702392"/>
                  </a:lnTo>
                  <a:lnTo>
                    <a:pt x="352805" y="705612"/>
                  </a:lnTo>
                  <a:close/>
                </a:path>
              </a:pathLst>
            </a:custGeom>
            <a:solidFill>
              <a:srgbClr val="cce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4" name="object 7"/>
            <p:cNvSpPr/>
            <p:nvPr/>
          </p:nvSpPr>
          <p:spPr>
            <a:xfrm>
              <a:off x="936000" y="3024360"/>
              <a:ext cx="714960" cy="714960"/>
            </a:xfrm>
            <a:custGeom>
              <a:avLst/>
              <a:gdLst>
                <a:gd name="textAreaLeft" fmla="*/ 0 w 714960"/>
                <a:gd name="textAreaRight" fmla="*/ 715320 w 714960"/>
                <a:gd name="textAreaTop" fmla="*/ 0 h 714960"/>
                <a:gd name="textAreaBottom" fmla="*/ 715320 h 714960"/>
              </a:gdLst>
              <a:ahLst/>
              <a:rect l="textAreaLeft" t="textAreaTop" r="textAreaRight" b="textAreaBottom"/>
              <a:pathLst>
                <a:path w="715644" h="715645">
                  <a:moveTo>
                    <a:pt x="0" y="356485"/>
                  </a:moveTo>
                  <a:lnTo>
                    <a:pt x="83" y="355781"/>
                  </a:lnTo>
                  <a:lnTo>
                    <a:pt x="173" y="355019"/>
                  </a:lnTo>
                  <a:lnTo>
                    <a:pt x="3178" y="310364"/>
                  </a:lnTo>
                  <a:lnTo>
                    <a:pt x="12774" y="262544"/>
                  </a:lnTo>
                  <a:lnTo>
                    <a:pt x="28103" y="218420"/>
                  </a:lnTo>
                  <a:lnTo>
                    <a:pt x="48824" y="177130"/>
                  </a:lnTo>
                  <a:lnTo>
                    <a:pt x="74511" y="139102"/>
                  </a:lnTo>
                  <a:lnTo>
                    <a:pt x="104739" y="104761"/>
                  </a:lnTo>
                  <a:lnTo>
                    <a:pt x="139080" y="74534"/>
                  </a:lnTo>
                  <a:lnTo>
                    <a:pt x="177108" y="48846"/>
                  </a:lnTo>
                  <a:lnTo>
                    <a:pt x="218397" y="28125"/>
                  </a:lnTo>
                  <a:lnTo>
                    <a:pt x="262729" y="12724"/>
                  </a:lnTo>
                  <a:lnTo>
                    <a:pt x="262875" y="12724"/>
                  </a:lnTo>
                  <a:lnTo>
                    <a:pt x="309054" y="3286"/>
                  </a:lnTo>
                  <a:lnTo>
                    <a:pt x="356785" y="0"/>
                  </a:lnTo>
                  <a:lnTo>
                    <a:pt x="357568" y="0"/>
                  </a:lnTo>
                  <a:lnTo>
                    <a:pt x="357568" y="4784"/>
                  </a:lnTo>
                  <a:lnTo>
                    <a:pt x="354996" y="8785"/>
                  </a:lnTo>
                  <a:lnTo>
                    <a:pt x="355758" y="9261"/>
                  </a:lnTo>
                  <a:lnTo>
                    <a:pt x="356902" y="9604"/>
                  </a:lnTo>
                  <a:lnTo>
                    <a:pt x="310346" y="12724"/>
                  </a:lnTo>
                  <a:lnTo>
                    <a:pt x="265046" y="21980"/>
                  </a:lnTo>
                  <a:lnTo>
                    <a:pt x="222096" y="36898"/>
                  </a:lnTo>
                  <a:lnTo>
                    <a:pt x="181906" y="57066"/>
                  </a:lnTo>
                  <a:lnTo>
                    <a:pt x="144891" y="82067"/>
                  </a:lnTo>
                  <a:lnTo>
                    <a:pt x="111466" y="111488"/>
                  </a:lnTo>
                  <a:lnTo>
                    <a:pt x="82045" y="144913"/>
                  </a:lnTo>
                  <a:lnTo>
                    <a:pt x="57044" y="181928"/>
                  </a:lnTo>
                  <a:lnTo>
                    <a:pt x="36876" y="222118"/>
                  </a:lnTo>
                  <a:lnTo>
                    <a:pt x="21957" y="265068"/>
                  </a:lnTo>
                  <a:lnTo>
                    <a:pt x="12702" y="310364"/>
                  </a:lnTo>
                  <a:lnTo>
                    <a:pt x="9839" y="352923"/>
                  </a:lnTo>
                  <a:lnTo>
                    <a:pt x="9800" y="353495"/>
                  </a:lnTo>
                  <a:lnTo>
                    <a:pt x="9698" y="355019"/>
                  </a:lnTo>
                  <a:lnTo>
                    <a:pt x="762" y="355019"/>
                  </a:lnTo>
                  <a:lnTo>
                    <a:pt x="285" y="355781"/>
                  </a:lnTo>
                  <a:lnTo>
                    <a:pt x="0" y="356485"/>
                  </a:lnTo>
                  <a:close/>
                </a:path>
                <a:path w="715644" h="715645">
                  <a:moveTo>
                    <a:pt x="357568" y="4784"/>
                  </a:moveTo>
                  <a:lnTo>
                    <a:pt x="357568" y="0"/>
                  </a:lnTo>
                  <a:lnTo>
                    <a:pt x="358351" y="0"/>
                  </a:lnTo>
                  <a:lnTo>
                    <a:pt x="359378" y="307"/>
                  </a:lnTo>
                  <a:lnTo>
                    <a:pt x="360140" y="784"/>
                  </a:lnTo>
                  <a:lnTo>
                    <a:pt x="357568" y="4784"/>
                  </a:lnTo>
                  <a:close/>
                </a:path>
                <a:path w="715644" h="715645">
                  <a:moveTo>
                    <a:pt x="705611" y="355400"/>
                  </a:moveTo>
                  <a:lnTo>
                    <a:pt x="705552" y="355019"/>
                  </a:lnTo>
                  <a:lnTo>
                    <a:pt x="702434" y="310364"/>
                  </a:lnTo>
                  <a:lnTo>
                    <a:pt x="693179" y="265068"/>
                  </a:lnTo>
                  <a:lnTo>
                    <a:pt x="678260" y="222118"/>
                  </a:lnTo>
                  <a:lnTo>
                    <a:pt x="658092" y="181928"/>
                  </a:lnTo>
                  <a:lnTo>
                    <a:pt x="633091" y="144913"/>
                  </a:lnTo>
                  <a:lnTo>
                    <a:pt x="603670" y="111488"/>
                  </a:lnTo>
                  <a:lnTo>
                    <a:pt x="570245" y="82067"/>
                  </a:lnTo>
                  <a:lnTo>
                    <a:pt x="533230" y="57066"/>
                  </a:lnTo>
                  <a:lnTo>
                    <a:pt x="493040" y="36898"/>
                  </a:lnTo>
                  <a:lnTo>
                    <a:pt x="450090" y="21980"/>
                  </a:lnTo>
                  <a:lnTo>
                    <a:pt x="404794" y="12724"/>
                  </a:lnTo>
                  <a:lnTo>
                    <a:pt x="358421" y="9604"/>
                  </a:lnTo>
                  <a:lnTo>
                    <a:pt x="357568" y="9604"/>
                  </a:lnTo>
                  <a:lnTo>
                    <a:pt x="357568" y="4784"/>
                  </a:lnTo>
                  <a:lnTo>
                    <a:pt x="360140" y="784"/>
                  </a:lnTo>
                  <a:lnTo>
                    <a:pt x="359378" y="307"/>
                  </a:lnTo>
                  <a:lnTo>
                    <a:pt x="358618" y="0"/>
                  </a:lnTo>
                  <a:lnTo>
                    <a:pt x="358351" y="0"/>
                  </a:lnTo>
                  <a:lnTo>
                    <a:pt x="406082" y="3286"/>
                  </a:lnTo>
                  <a:lnTo>
                    <a:pt x="452261" y="12724"/>
                  </a:lnTo>
                  <a:lnTo>
                    <a:pt x="452407" y="12724"/>
                  </a:lnTo>
                  <a:lnTo>
                    <a:pt x="496739" y="28125"/>
                  </a:lnTo>
                  <a:lnTo>
                    <a:pt x="538028" y="48846"/>
                  </a:lnTo>
                  <a:lnTo>
                    <a:pt x="576056" y="74534"/>
                  </a:lnTo>
                  <a:lnTo>
                    <a:pt x="610397" y="104761"/>
                  </a:lnTo>
                  <a:lnTo>
                    <a:pt x="640625" y="139102"/>
                  </a:lnTo>
                  <a:lnTo>
                    <a:pt x="666312" y="177130"/>
                  </a:lnTo>
                  <a:lnTo>
                    <a:pt x="687033" y="218420"/>
                  </a:lnTo>
                  <a:lnTo>
                    <a:pt x="702362" y="262544"/>
                  </a:lnTo>
                  <a:lnTo>
                    <a:pt x="711872" y="309076"/>
                  </a:lnTo>
                  <a:lnTo>
                    <a:pt x="714822" y="352923"/>
                  </a:lnTo>
                  <a:lnTo>
                    <a:pt x="709231" y="352923"/>
                  </a:lnTo>
                  <a:lnTo>
                    <a:pt x="707135" y="353495"/>
                  </a:lnTo>
                  <a:lnTo>
                    <a:pt x="705611" y="355400"/>
                  </a:lnTo>
                  <a:close/>
                </a:path>
                <a:path w="715644" h="715645">
                  <a:moveTo>
                    <a:pt x="357568" y="9604"/>
                  </a:moveTo>
                  <a:lnTo>
                    <a:pt x="356902" y="9604"/>
                  </a:lnTo>
                  <a:lnTo>
                    <a:pt x="355758" y="9261"/>
                  </a:lnTo>
                  <a:lnTo>
                    <a:pt x="354996" y="8785"/>
                  </a:lnTo>
                  <a:lnTo>
                    <a:pt x="357568" y="4784"/>
                  </a:lnTo>
                  <a:lnTo>
                    <a:pt x="357568" y="9604"/>
                  </a:lnTo>
                  <a:close/>
                </a:path>
                <a:path w="715644" h="715645">
                  <a:moveTo>
                    <a:pt x="436715" y="705634"/>
                  </a:moveTo>
                  <a:lnTo>
                    <a:pt x="357568" y="705634"/>
                  </a:lnTo>
                  <a:lnTo>
                    <a:pt x="404794" y="702457"/>
                  </a:lnTo>
                  <a:lnTo>
                    <a:pt x="450090" y="693201"/>
                  </a:lnTo>
                  <a:lnTo>
                    <a:pt x="493040" y="678282"/>
                  </a:lnTo>
                  <a:lnTo>
                    <a:pt x="533230" y="658115"/>
                  </a:lnTo>
                  <a:lnTo>
                    <a:pt x="570245" y="633113"/>
                  </a:lnTo>
                  <a:lnTo>
                    <a:pt x="603670" y="603693"/>
                  </a:lnTo>
                  <a:lnTo>
                    <a:pt x="633091" y="570267"/>
                  </a:lnTo>
                  <a:lnTo>
                    <a:pt x="658092" y="533253"/>
                  </a:lnTo>
                  <a:lnTo>
                    <a:pt x="678260" y="493063"/>
                  </a:lnTo>
                  <a:lnTo>
                    <a:pt x="693179" y="450113"/>
                  </a:lnTo>
                  <a:lnTo>
                    <a:pt x="702434" y="404817"/>
                  </a:lnTo>
                  <a:lnTo>
                    <a:pt x="705297" y="362258"/>
                  </a:lnTo>
                  <a:lnTo>
                    <a:pt x="705336" y="361686"/>
                  </a:lnTo>
                  <a:lnTo>
                    <a:pt x="705438" y="360162"/>
                  </a:lnTo>
                  <a:lnTo>
                    <a:pt x="705490" y="359400"/>
                  </a:lnTo>
                  <a:lnTo>
                    <a:pt x="705611" y="355400"/>
                  </a:lnTo>
                  <a:lnTo>
                    <a:pt x="707135" y="353495"/>
                  </a:lnTo>
                  <a:lnTo>
                    <a:pt x="709231" y="352923"/>
                  </a:lnTo>
                  <a:lnTo>
                    <a:pt x="711517" y="362258"/>
                  </a:lnTo>
                  <a:lnTo>
                    <a:pt x="714822" y="362258"/>
                  </a:lnTo>
                  <a:lnTo>
                    <a:pt x="711958" y="404817"/>
                  </a:lnTo>
                  <a:lnTo>
                    <a:pt x="702362" y="452637"/>
                  </a:lnTo>
                  <a:lnTo>
                    <a:pt x="687033" y="496761"/>
                  </a:lnTo>
                  <a:lnTo>
                    <a:pt x="666312" y="538050"/>
                  </a:lnTo>
                  <a:lnTo>
                    <a:pt x="640625" y="576079"/>
                  </a:lnTo>
                  <a:lnTo>
                    <a:pt x="610397" y="610420"/>
                  </a:lnTo>
                  <a:lnTo>
                    <a:pt x="576056" y="640647"/>
                  </a:lnTo>
                  <a:lnTo>
                    <a:pt x="538028" y="666334"/>
                  </a:lnTo>
                  <a:lnTo>
                    <a:pt x="496739" y="687056"/>
                  </a:lnTo>
                  <a:lnTo>
                    <a:pt x="452407" y="702457"/>
                  </a:lnTo>
                  <a:lnTo>
                    <a:pt x="452261" y="702457"/>
                  </a:lnTo>
                  <a:lnTo>
                    <a:pt x="436715" y="705634"/>
                  </a:lnTo>
                  <a:close/>
                </a:path>
                <a:path w="715644" h="715645">
                  <a:moveTo>
                    <a:pt x="711517" y="362258"/>
                  </a:moveTo>
                  <a:lnTo>
                    <a:pt x="709231" y="352923"/>
                  </a:lnTo>
                  <a:lnTo>
                    <a:pt x="714822" y="352923"/>
                  </a:lnTo>
                  <a:lnTo>
                    <a:pt x="714948" y="358444"/>
                  </a:lnTo>
                  <a:lnTo>
                    <a:pt x="714976" y="359982"/>
                  </a:lnTo>
                  <a:lnTo>
                    <a:pt x="713612" y="361686"/>
                  </a:lnTo>
                  <a:lnTo>
                    <a:pt x="711517" y="362258"/>
                  </a:lnTo>
                  <a:close/>
                </a:path>
                <a:path w="715644" h="715645">
                  <a:moveTo>
                    <a:pt x="357569" y="715140"/>
                  </a:moveTo>
                  <a:lnTo>
                    <a:pt x="309054" y="711894"/>
                  </a:lnTo>
                  <a:lnTo>
                    <a:pt x="262875" y="702457"/>
                  </a:lnTo>
                  <a:lnTo>
                    <a:pt x="262729" y="702457"/>
                  </a:lnTo>
                  <a:lnTo>
                    <a:pt x="218397" y="687056"/>
                  </a:lnTo>
                  <a:lnTo>
                    <a:pt x="177108" y="666334"/>
                  </a:lnTo>
                  <a:lnTo>
                    <a:pt x="139080" y="640647"/>
                  </a:lnTo>
                  <a:lnTo>
                    <a:pt x="104739" y="610420"/>
                  </a:lnTo>
                  <a:lnTo>
                    <a:pt x="74511" y="576079"/>
                  </a:lnTo>
                  <a:lnTo>
                    <a:pt x="48824" y="538050"/>
                  </a:lnTo>
                  <a:lnTo>
                    <a:pt x="28103" y="496761"/>
                  </a:lnTo>
                  <a:lnTo>
                    <a:pt x="12774" y="452637"/>
                  </a:lnTo>
                  <a:lnTo>
                    <a:pt x="3264" y="406105"/>
                  </a:lnTo>
                  <a:lnTo>
                    <a:pt x="314" y="362258"/>
                  </a:lnTo>
                  <a:lnTo>
                    <a:pt x="285" y="355781"/>
                  </a:lnTo>
                  <a:lnTo>
                    <a:pt x="762" y="355019"/>
                  </a:lnTo>
                  <a:lnTo>
                    <a:pt x="8763" y="360162"/>
                  </a:lnTo>
                  <a:lnTo>
                    <a:pt x="9698" y="360162"/>
                  </a:lnTo>
                  <a:lnTo>
                    <a:pt x="12702" y="404817"/>
                  </a:lnTo>
                  <a:lnTo>
                    <a:pt x="21957" y="450113"/>
                  </a:lnTo>
                  <a:lnTo>
                    <a:pt x="36876" y="493063"/>
                  </a:lnTo>
                  <a:lnTo>
                    <a:pt x="57044" y="533253"/>
                  </a:lnTo>
                  <a:lnTo>
                    <a:pt x="82045" y="570267"/>
                  </a:lnTo>
                  <a:lnTo>
                    <a:pt x="111466" y="603693"/>
                  </a:lnTo>
                  <a:lnTo>
                    <a:pt x="144891" y="633113"/>
                  </a:lnTo>
                  <a:lnTo>
                    <a:pt x="181906" y="658115"/>
                  </a:lnTo>
                  <a:lnTo>
                    <a:pt x="222096" y="678282"/>
                  </a:lnTo>
                  <a:lnTo>
                    <a:pt x="265046" y="693201"/>
                  </a:lnTo>
                  <a:lnTo>
                    <a:pt x="310342" y="702457"/>
                  </a:lnTo>
                  <a:lnTo>
                    <a:pt x="357568" y="705634"/>
                  </a:lnTo>
                  <a:lnTo>
                    <a:pt x="436715" y="705634"/>
                  </a:lnTo>
                  <a:lnTo>
                    <a:pt x="413411" y="710396"/>
                  </a:lnTo>
                  <a:lnTo>
                    <a:pt x="357568" y="710396"/>
                  </a:lnTo>
                  <a:lnTo>
                    <a:pt x="357569" y="715140"/>
                  </a:lnTo>
                  <a:close/>
                </a:path>
                <a:path w="715644" h="715645">
                  <a:moveTo>
                    <a:pt x="8763" y="360162"/>
                  </a:moveTo>
                  <a:lnTo>
                    <a:pt x="762" y="355019"/>
                  </a:lnTo>
                  <a:lnTo>
                    <a:pt x="9698" y="355019"/>
                  </a:lnTo>
                  <a:lnTo>
                    <a:pt x="9584" y="357163"/>
                  </a:lnTo>
                  <a:lnTo>
                    <a:pt x="9526" y="358444"/>
                  </a:lnTo>
                  <a:lnTo>
                    <a:pt x="9239" y="359400"/>
                  </a:lnTo>
                  <a:lnTo>
                    <a:pt x="9001" y="359781"/>
                  </a:lnTo>
                  <a:lnTo>
                    <a:pt x="8875" y="359982"/>
                  </a:lnTo>
                  <a:lnTo>
                    <a:pt x="8763" y="360162"/>
                  </a:lnTo>
                  <a:close/>
                </a:path>
                <a:path w="715644" h="715645">
                  <a:moveTo>
                    <a:pt x="9698" y="360162"/>
                  </a:moveTo>
                  <a:lnTo>
                    <a:pt x="8763" y="360162"/>
                  </a:lnTo>
                  <a:lnTo>
                    <a:pt x="9239" y="359400"/>
                  </a:lnTo>
                  <a:lnTo>
                    <a:pt x="9582" y="358444"/>
                  </a:lnTo>
                  <a:lnTo>
                    <a:pt x="9698" y="360162"/>
                  </a:lnTo>
                  <a:close/>
                </a:path>
                <a:path w="715644" h="715645">
                  <a:moveTo>
                    <a:pt x="714976" y="359982"/>
                  </a:moveTo>
                  <a:lnTo>
                    <a:pt x="714989" y="359781"/>
                  </a:lnTo>
                  <a:lnTo>
                    <a:pt x="715136" y="359400"/>
                  </a:lnTo>
                  <a:lnTo>
                    <a:pt x="715136" y="359781"/>
                  </a:lnTo>
                  <a:lnTo>
                    <a:pt x="714976" y="359982"/>
                  </a:lnTo>
                  <a:close/>
                </a:path>
                <a:path w="715644" h="715645">
                  <a:moveTo>
                    <a:pt x="714822" y="362258"/>
                  </a:moveTo>
                  <a:lnTo>
                    <a:pt x="711517" y="362258"/>
                  </a:lnTo>
                  <a:lnTo>
                    <a:pt x="713612" y="361686"/>
                  </a:lnTo>
                  <a:lnTo>
                    <a:pt x="714976" y="359982"/>
                  </a:lnTo>
                  <a:lnTo>
                    <a:pt x="714861" y="361686"/>
                  </a:lnTo>
                  <a:lnTo>
                    <a:pt x="714822" y="362258"/>
                  </a:lnTo>
                  <a:close/>
                </a:path>
                <a:path w="715644" h="715645">
                  <a:moveTo>
                    <a:pt x="357854" y="715140"/>
                  </a:moveTo>
                  <a:lnTo>
                    <a:pt x="357569" y="715140"/>
                  </a:lnTo>
                  <a:lnTo>
                    <a:pt x="357568" y="710396"/>
                  </a:lnTo>
                  <a:lnTo>
                    <a:pt x="413411" y="710396"/>
                  </a:lnTo>
                  <a:lnTo>
                    <a:pt x="406082" y="711894"/>
                  </a:lnTo>
                  <a:lnTo>
                    <a:pt x="357854" y="715140"/>
                  </a:lnTo>
                  <a:close/>
                </a:path>
              </a:pathLst>
            </a:custGeom>
            <a:solidFill>
              <a:srgbClr val="b1d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5" name="object 8"/>
            <p:cNvSpPr/>
            <p:nvPr/>
          </p:nvSpPr>
          <p:spPr>
            <a:xfrm>
              <a:off x="1141560" y="3205440"/>
              <a:ext cx="303480" cy="351720"/>
            </a:xfrm>
            <a:custGeom>
              <a:avLst/>
              <a:gdLst>
                <a:gd name="textAreaLeft" fmla="*/ 0 w 303480"/>
                <a:gd name="textAreaRight" fmla="*/ 303840 w 303480"/>
                <a:gd name="textAreaTop" fmla="*/ 0 h 351720"/>
                <a:gd name="textAreaBottom" fmla="*/ 352080 h 351720"/>
              </a:gdLst>
              <a:ahLst/>
              <a:rect l="textAreaLeft" t="textAreaTop" r="textAreaRight" b="textAreaBottom"/>
              <a:pathLst>
                <a:path w="304165" h="352425">
                  <a:moveTo>
                    <a:pt x="0" y="0"/>
                  </a:moveTo>
                  <a:lnTo>
                    <a:pt x="75" y="352425"/>
                  </a:lnTo>
                </a:path>
                <a:path w="304165" h="352425">
                  <a:moveTo>
                    <a:pt x="303929" y="352425"/>
                  </a:moveTo>
                  <a:lnTo>
                    <a:pt x="303836" y="0"/>
                  </a:lnTo>
                </a:path>
              </a:pathLst>
            </a:custGeom>
            <a:noFill/>
            <a:ln w="21994">
              <a:solidFill>
                <a:srgbClr val="26252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86" name="object 9"/>
          <p:cNvGrpSpPr/>
          <p:nvPr/>
        </p:nvGrpSpPr>
        <p:grpSpPr>
          <a:xfrm>
            <a:off x="1288800" y="5337360"/>
            <a:ext cx="714960" cy="1900440"/>
            <a:chOff x="1288800" y="5337360"/>
            <a:chExt cx="714960" cy="1900440"/>
          </a:xfrm>
        </p:grpSpPr>
        <p:sp>
          <p:nvSpPr>
            <p:cNvPr id="387" name="object 10"/>
            <p:cNvSpPr/>
            <p:nvPr/>
          </p:nvSpPr>
          <p:spPr>
            <a:xfrm>
              <a:off x="1528920" y="5496480"/>
              <a:ext cx="234720" cy="1736640"/>
            </a:xfrm>
            <a:custGeom>
              <a:avLst/>
              <a:gdLst>
                <a:gd name="textAreaLeft" fmla="*/ 0 w 234720"/>
                <a:gd name="textAreaRight" fmla="*/ 235080 w 234720"/>
                <a:gd name="textAreaTop" fmla="*/ 0 h 1736640"/>
                <a:gd name="textAreaBottom" fmla="*/ 1737000 h 1736640"/>
              </a:gdLst>
              <a:ahLst/>
              <a:rect l="textAreaLeft" t="textAreaTop" r="textAreaRight" b="textAreaBottom"/>
              <a:pathLst>
                <a:path w="235585" h="1737359">
                  <a:moveTo>
                    <a:pt x="136302" y="1737264"/>
                  </a:moveTo>
                  <a:lnTo>
                    <a:pt x="98774" y="1737264"/>
                  </a:lnTo>
                  <a:lnTo>
                    <a:pt x="60379" y="1729238"/>
                  </a:lnTo>
                  <a:lnTo>
                    <a:pt x="28971" y="1707344"/>
                  </a:lnTo>
                  <a:lnTo>
                    <a:pt x="7784" y="1674859"/>
                  </a:lnTo>
                  <a:lnTo>
                    <a:pt x="0" y="1635061"/>
                  </a:lnTo>
                  <a:lnTo>
                    <a:pt x="0" y="102203"/>
                  </a:lnTo>
                  <a:lnTo>
                    <a:pt x="7758" y="62445"/>
                  </a:lnTo>
                  <a:lnTo>
                    <a:pt x="28920" y="29956"/>
                  </a:lnTo>
                  <a:lnTo>
                    <a:pt x="60315" y="8039"/>
                  </a:lnTo>
                  <a:lnTo>
                    <a:pt x="98774" y="0"/>
                  </a:lnTo>
                  <a:lnTo>
                    <a:pt x="136302" y="0"/>
                  </a:lnTo>
                  <a:lnTo>
                    <a:pt x="174761" y="8039"/>
                  </a:lnTo>
                  <a:lnTo>
                    <a:pt x="206156" y="29956"/>
                  </a:lnTo>
                  <a:lnTo>
                    <a:pt x="227318" y="62445"/>
                  </a:lnTo>
                  <a:lnTo>
                    <a:pt x="235076" y="102203"/>
                  </a:lnTo>
                  <a:lnTo>
                    <a:pt x="235076" y="1635061"/>
                  </a:lnTo>
                  <a:lnTo>
                    <a:pt x="227318" y="1674859"/>
                  </a:lnTo>
                  <a:lnTo>
                    <a:pt x="206156" y="1707344"/>
                  </a:lnTo>
                  <a:lnTo>
                    <a:pt x="174761" y="1729238"/>
                  </a:lnTo>
                  <a:lnTo>
                    <a:pt x="136302" y="1737264"/>
                  </a:lnTo>
                  <a:close/>
                </a:path>
              </a:pathLst>
            </a:custGeom>
            <a:solidFill>
              <a:srgbClr val="cce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8" name="object 11"/>
            <p:cNvSpPr/>
            <p:nvPr/>
          </p:nvSpPr>
          <p:spPr>
            <a:xfrm>
              <a:off x="1523880" y="5491800"/>
              <a:ext cx="244440" cy="1746000"/>
            </a:xfrm>
            <a:custGeom>
              <a:avLst/>
              <a:gdLst>
                <a:gd name="textAreaLeft" fmla="*/ 0 w 244440"/>
                <a:gd name="textAreaRight" fmla="*/ 244800 w 244440"/>
                <a:gd name="textAreaTop" fmla="*/ 0 h 1746000"/>
                <a:gd name="textAreaBottom" fmla="*/ 1746360 h 1746000"/>
              </a:gdLst>
              <a:ahLst/>
              <a:rect l="textAreaLeft" t="textAreaTop" r="textAreaRight" b="textAreaBottom"/>
              <a:pathLst>
                <a:path w="245110" h="1746884">
                  <a:moveTo>
                    <a:pt x="103536" y="1746789"/>
                  </a:moveTo>
                  <a:lnTo>
                    <a:pt x="63232" y="1738367"/>
                  </a:lnTo>
                  <a:lnTo>
                    <a:pt x="30316" y="1715416"/>
                  </a:lnTo>
                  <a:lnTo>
                    <a:pt x="8140" y="1681411"/>
                  </a:lnTo>
                  <a:lnTo>
                    <a:pt x="0" y="1639823"/>
                  </a:lnTo>
                  <a:lnTo>
                    <a:pt x="0" y="106965"/>
                  </a:lnTo>
                  <a:lnTo>
                    <a:pt x="8114" y="65418"/>
                  </a:lnTo>
                  <a:lnTo>
                    <a:pt x="30265" y="31408"/>
                  </a:lnTo>
                  <a:lnTo>
                    <a:pt x="63168" y="8435"/>
                  </a:lnTo>
                  <a:lnTo>
                    <a:pt x="103536" y="0"/>
                  </a:lnTo>
                  <a:lnTo>
                    <a:pt x="141065" y="0"/>
                  </a:lnTo>
                  <a:lnTo>
                    <a:pt x="141065" y="4762"/>
                  </a:lnTo>
                  <a:lnTo>
                    <a:pt x="103536" y="4762"/>
                  </a:lnTo>
                  <a:lnTo>
                    <a:pt x="103536" y="9524"/>
                  </a:lnTo>
                  <a:lnTo>
                    <a:pt x="37135" y="38028"/>
                  </a:lnTo>
                  <a:lnTo>
                    <a:pt x="9525" y="106965"/>
                  </a:lnTo>
                  <a:lnTo>
                    <a:pt x="9525" y="1639823"/>
                  </a:lnTo>
                  <a:lnTo>
                    <a:pt x="16941" y="1677833"/>
                  </a:lnTo>
                  <a:lnTo>
                    <a:pt x="37135" y="1708796"/>
                  </a:lnTo>
                  <a:lnTo>
                    <a:pt x="67027" y="1729634"/>
                  </a:lnTo>
                  <a:lnTo>
                    <a:pt x="103536" y="1737264"/>
                  </a:lnTo>
                  <a:lnTo>
                    <a:pt x="183014" y="1737264"/>
                  </a:lnTo>
                  <a:lnTo>
                    <a:pt x="181433" y="1738367"/>
                  </a:lnTo>
                  <a:lnTo>
                    <a:pt x="163892" y="1742027"/>
                  </a:lnTo>
                  <a:lnTo>
                    <a:pt x="103536" y="1742027"/>
                  </a:lnTo>
                  <a:lnTo>
                    <a:pt x="103536" y="1746789"/>
                  </a:lnTo>
                  <a:close/>
                </a:path>
                <a:path w="245110" h="1746884">
                  <a:moveTo>
                    <a:pt x="183014" y="1737264"/>
                  </a:moveTo>
                  <a:lnTo>
                    <a:pt x="141065" y="1737264"/>
                  </a:lnTo>
                  <a:lnTo>
                    <a:pt x="177550" y="1729634"/>
                  </a:lnTo>
                  <a:lnTo>
                    <a:pt x="207450" y="1708796"/>
                  </a:lnTo>
                  <a:lnTo>
                    <a:pt x="227648" y="1677833"/>
                  </a:lnTo>
                  <a:lnTo>
                    <a:pt x="235077" y="1639823"/>
                  </a:lnTo>
                  <a:lnTo>
                    <a:pt x="235077" y="106965"/>
                  </a:lnTo>
                  <a:lnTo>
                    <a:pt x="227714" y="68996"/>
                  </a:lnTo>
                  <a:lnTo>
                    <a:pt x="207537" y="38028"/>
                  </a:lnTo>
                  <a:lnTo>
                    <a:pt x="177627" y="17168"/>
                  </a:lnTo>
                  <a:lnTo>
                    <a:pt x="141065" y="9524"/>
                  </a:lnTo>
                  <a:lnTo>
                    <a:pt x="103536" y="9524"/>
                  </a:lnTo>
                  <a:lnTo>
                    <a:pt x="103536" y="4762"/>
                  </a:lnTo>
                  <a:lnTo>
                    <a:pt x="141065" y="4762"/>
                  </a:lnTo>
                  <a:lnTo>
                    <a:pt x="141065" y="0"/>
                  </a:lnTo>
                  <a:lnTo>
                    <a:pt x="181433" y="8435"/>
                  </a:lnTo>
                  <a:lnTo>
                    <a:pt x="214336" y="31408"/>
                  </a:lnTo>
                  <a:lnTo>
                    <a:pt x="236487" y="65418"/>
                  </a:lnTo>
                  <a:lnTo>
                    <a:pt x="244678" y="106965"/>
                  </a:lnTo>
                  <a:lnTo>
                    <a:pt x="244678" y="1639823"/>
                  </a:lnTo>
                  <a:lnTo>
                    <a:pt x="236487" y="1681411"/>
                  </a:lnTo>
                  <a:lnTo>
                    <a:pt x="214336" y="1715416"/>
                  </a:lnTo>
                  <a:lnTo>
                    <a:pt x="183014" y="1737264"/>
                  </a:lnTo>
                  <a:close/>
                </a:path>
                <a:path w="245110" h="1746884">
                  <a:moveTo>
                    <a:pt x="141065" y="1746789"/>
                  </a:moveTo>
                  <a:lnTo>
                    <a:pt x="103536" y="1746789"/>
                  </a:lnTo>
                  <a:lnTo>
                    <a:pt x="103536" y="1742027"/>
                  </a:lnTo>
                  <a:lnTo>
                    <a:pt x="141065" y="1742027"/>
                  </a:lnTo>
                  <a:lnTo>
                    <a:pt x="141065" y="1746789"/>
                  </a:lnTo>
                  <a:close/>
                </a:path>
                <a:path w="245110" h="1746884">
                  <a:moveTo>
                    <a:pt x="141065" y="1746789"/>
                  </a:moveTo>
                  <a:lnTo>
                    <a:pt x="141065" y="1742027"/>
                  </a:lnTo>
                  <a:lnTo>
                    <a:pt x="163892" y="1742027"/>
                  </a:lnTo>
                  <a:lnTo>
                    <a:pt x="141065" y="1746789"/>
                  </a:lnTo>
                  <a:close/>
                </a:path>
              </a:pathLst>
            </a:custGeom>
            <a:solidFill>
              <a:srgbClr val="b1d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9" name="object 12"/>
            <p:cNvSpPr/>
            <p:nvPr/>
          </p:nvSpPr>
          <p:spPr>
            <a:xfrm>
              <a:off x="1293480" y="5342040"/>
              <a:ext cx="705240" cy="705240"/>
            </a:xfrm>
            <a:custGeom>
              <a:avLst/>
              <a:gdLst>
                <a:gd name="textAreaLeft" fmla="*/ 0 w 705240"/>
                <a:gd name="textAreaRight" fmla="*/ 705600 w 705240"/>
                <a:gd name="textAreaTop" fmla="*/ 0 h 705240"/>
                <a:gd name="textAreaBottom" fmla="*/ 705600 h 705240"/>
              </a:gdLst>
              <a:ahLst/>
              <a:rect l="textAreaLeft" t="textAreaTop" r="textAreaRight" b="textAreaBottom"/>
              <a:pathLst>
                <a:path w="706119" h="706120">
                  <a:moveTo>
                    <a:pt x="352805" y="705611"/>
                  </a:moveTo>
                  <a:lnTo>
                    <a:pt x="304925" y="702391"/>
                  </a:lnTo>
                  <a:lnTo>
                    <a:pt x="259005" y="693011"/>
                  </a:lnTo>
                  <a:lnTo>
                    <a:pt x="215464" y="677891"/>
                  </a:lnTo>
                  <a:lnTo>
                    <a:pt x="174723" y="657450"/>
                  </a:lnTo>
                  <a:lnTo>
                    <a:pt x="137203" y="632110"/>
                  </a:lnTo>
                  <a:lnTo>
                    <a:pt x="103322" y="602289"/>
                  </a:lnTo>
                  <a:lnTo>
                    <a:pt x="73501" y="568408"/>
                  </a:lnTo>
                  <a:lnTo>
                    <a:pt x="48161" y="530888"/>
                  </a:lnTo>
                  <a:lnTo>
                    <a:pt x="27720" y="490147"/>
                  </a:lnTo>
                  <a:lnTo>
                    <a:pt x="12600" y="446606"/>
                  </a:lnTo>
                  <a:lnTo>
                    <a:pt x="3220" y="400686"/>
                  </a:lnTo>
                  <a:lnTo>
                    <a:pt x="0" y="352805"/>
                  </a:lnTo>
                  <a:lnTo>
                    <a:pt x="3220" y="304925"/>
                  </a:lnTo>
                  <a:lnTo>
                    <a:pt x="12600" y="259005"/>
                  </a:lnTo>
                  <a:lnTo>
                    <a:pt x="27720" y="215464"/>
                  </a:lnTo>
                  <a:lnTo>
                    <a:pt x="48161" y="174723"/>
                  </a:lnTo>
                  <a:lnTo>
                    <a:pt x="73501" y="137203"/>
                  </a:lnTo>
                  <a:lnTo>
                    <a:pt x="103322" y="103322"/>
                  </a:lnTo>
                  <a:lnTo>
                    <a:pt x="137203" y="73501"/>
                  </a:lnTo>
                  <a:lnTo>
                    <a:pt x="174723" y="48161"/>
                  </a:lnTo>
                  <a:lnTo>
                    <a:pt x="215464" y="27720"/>
                  </a:lnTo>
                  <a:lnTo>
                    <a:pt x="259005" y="12600"/>
                  </a:lnTo>
                  <a:lnTo>
                    <a:pt x="304925" y="3220"/>
                  </a:lnTo>
                  <a:lnTo>
                    <a:pt x="352805" y="0"/>
                  </a:lnTo>
                  <a:lnTo>
                    <a:pt x="400686" y="3220"/>
                  </a:lnTo>
                  <a:lnTo>
                    <a:pt x="446606" y="12600"/>
                  </a:lnTo>
                  <a:lnTo>
                    <a:pt x="490147" y="27720"/>
                  </a:lnTo>
                  <a:lnTo>
                    <a:pt x="530888" y="48161"/>
                  </a:lnTo>
                  <a:lnTo>
                    <a:pt x="568408" y="73501"/>
                  </a:lnTo>
                  <a:lnTo>
                    <a:pt x="602289" y="103322"/>
                  </a:lnTo>
                  <a:lnTo>
                    <a:pt x="632110" y="137203"/>
                  </a:lnTo>
                  <a:lnTo>
                    <a:pt x="657450" y="174723"/>
                  </a:lnTo>
                  <a:lnTo>
                    <a:pt x="677891" y="215464"/>
                  </a:lnTo>
                  <a:lnTo>
                    <a:pt x="693011" y="259005"/>
                  </a:lnTo>
                  <a:lnTo>
                    <a:pt x="702391" y="304925"/>
                  </a:lnTo>
                  <a:lnTo>
                    <a:pt x="705611" y="352805"/>
                  </a:lnTo>
                  <a:lnTo>
                    <a:pt x="702391" y="400686"/>
                  </a:lnTo>
                  <a:lnTo>
                    <a:pt x="693011" y="446606"/>
                  </a:lnTo>
                  <a:lnTo>
                    <a:pt x="677891" y="490147"/>
                  </a:lnTo>
                  <a:lnTo>
                    <a:pt x="657450" y="530888"/>
                  </a:lnTo>
                  <a:lnTo>
                    <a:pt x="632110" y="568408"/>
                  </a:lnTo>
                  <a:lnTo>
                    <a:pt x="602289" y="602289"/>
                  </a:lnTo>
                  <a:lnTo>
                    <a:pt x="568408" y="632110"/>
                  </a:lnTo>
                  <a:lnTo>
                    <a:pt x="530888" y="657450"/>
                  </a:lnTo>
                  <a:lnTo>
                    <a:pt x="490147" y="677891"/>
                  </a:lnTo>
                  <a:lnTo>
                    <a:pt x="446606" y="693011"/>
                  </a:lnTo>
                  <a:lnTo>
                    <a:pt x="400686" y="702391"/>
                  </a:lnTo>
                  <a:lnTo>
                    <a:pt x="352805" y="705611"/>
                  </a:lnTo>
                  <a:close/>
                </a:path>
              </a:pathLst>
            </a:custGeom>
            <a:solidFill>
              <a:srgbClr val="cce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0" name="object 13"/>
            <p:cNvSpPr/>
            <p:nvPr/>
          </p:nvSpPr>
          <p:spPr>
            <a:xfrm>
              <a:off x="1288800" y="5337360"/>
              <a:ext cx="714960" cy="714960"/>
            </a:xfrm>
            <a:custGeom>
              <a:avLst/>
              <a:gdLst>
                <a:gd name="textAreaLeft" fmla="*/ 0 w 714960"/>
                <a:gd name="textAreaRight" fmla="*/ 715320 w 714960"/>
                <a:gd name="textAreaTop" fmla="*/ 0 h 714960"/>
                <a:gd name="textAreaBottom" fmla="*/ 715320 h 714960"/>
              </a:gdLst>
              <a:ahLst/>
              <a:rect l="textAreaLeft" t="textAreaTop" r="textAreaRight" b="textAreaBottom"/>
              <a:pathLst>
                <a:path w="715644" h="715645">
                  <a:moveTo>
                    <a:pt x="0" y="356485"/>
                  </a:moveTo>
                  <a:lnTo>
                    <a:pt x="83" y="355780"/>
                  </a:lnTo>
                  <a:lnTo>
                    <a:pt x="173" y="355018"/>
                  </a:lnTo>
                  <a:lnTo>
                    <a:pt x="3178" y="310364"/>
                  </a:lnTo>
                  <a:lnTo>
                    <a:pt x="12774" y="262543"/>
                  </a:lnTo>
                  <a:lnTo>
                    <a:pt x="28103" y="218419"/>
                  </a:lnTo>
                  <a:lnTo>
                    <a:pt x="48824" y="177130"/>
                  </a:lnTo>
                  <a:lnTo>
                    <a:pt x="74511" y="139102"/>
                  </a:lnTo>
                  <a:lnTo>
                    <a:pt x="104739" y="104761"/>
                  </a:lnTo>
                  <a:lnTo>
                    <a:pt x="139080" y="74534"/>
                  </a:lnTo>
                  <a:lnTo>
                    <a:pt x="177108" y="48846"/>
                  </a:lnTo>
                  <a:lnTo>
                    <a:pt x="218397" y="28125"/>
                  </a:lnTo>
                  <a:lnTo>
                    <a:pt x="262729" y="12724"/>
                  </a:lnTo>
                  <a:lnTo>
                    <a:pt x="262875" y="12724"/>
                  </a:lnTo>
                  <a:lnTo>
                    <a:pt x="309054" y="3286"/>
                  </a:lnTo>
                  <a:lnTo>
                    <a:pt x="356784" y="0"/>
                  </a:lnTo>
                  <a:lnTo>
                    <a:pt x="357568" y="0"/>
                  </a:lnTo>
                  <a:lnTo>
                    <a:pt x="357568" y="4784"/>
                  </a:lnTo>
                  <a:lnTo>
                    <a:pt x="354996" y="8785"/>
                  </a:lnTo>
                  <a:lnTo>
                    <a:pt x="355758" y="9261"/>
                  </a:lnTo>
                  <a:lnTo>
                    <a:pt x="356902" y="9604"/>
                  </a:lnTo>
                  <a:lnTo>
                    <a:pt x="310346" y="12724"/>
                  </a:lnTo>
                  <a:lnTo>
                    <a:pt x="265046" y="21979"/>
                  </a:lnTo>
                  <a:lnTo>
                    <a:pt x="222096" y="36898"/>
                  </a:lnTo>
                  <a:lnTo>
                    <a:pt x="181906" y="57066"/>
                  </a:lnTo>
                  <a:lnTo>
                    <a:pt x="144891" y="82067"/>
                  </a:lnTo>
                  <a:lnTo>
                    <a:pt x="111466" y="111488"/>
                  </a:lnTo>
                  <a:lnTo>
                    <a:pt x="82045" y="144913"/>
                  </a:lnTo>
                  <a:lnTo>
                    <a:pt x="57044" y="181928"/>
                  </a:lnTo>
                  <a:lnTo>
                    <a:pt x="36876" y="222118"/>
                  </a:lnTo>
                  <a:lnTo>
                    <a:pt x="21957" y="265068"/>
                  </a:lnTo>
                  <a:lnTo>
                    <a:pt x="12702" y="310364"/>
                  </a:lnTo>
                  <a:lnTo>
                    <a:pt x="9839" y="352923"/>
                  </a:lnTo>
                  <a:lnTo>
                    <a:pt x="9800" y="353494"/>
                  </a:lnTo>
                  <a:lnTo>
                    <a:pt x="9698" y="355018"/>
                  </a:lnTo>
                  <a:lnTo>
                    <a:pt x="762" y="355018"/>
                  </a:lnTo>
                  <a:lnTo>
                    <a:pt x="285" y="355780"/>
                  </a:lnTo>
                  <a:lnTo>
                    <a:pt x="0" y="356485"/>
                  </a:lnTo>
                  <a:close/>
                </a:path>
                <a:path w="715644" h="715645">
                  <a:moveTo>
                    <a:pt x="357568" y="4784"/>
                  </a:moveTo>
                  <a:lnTo>
                    <a:pt x="357568" y="0"/>
                  </a:lnTo>
                  <a:lnTo>
                    <a:pt x="358352" y="0"/>
                  </a:lnTo>
                  <a:lnTo>
                    <a:pt x="359378" y="307"/>
                  </a:lnTo>
                  <a:lnTo>
                    <a:pt x="360140" y="784"/>
                  </a:lnTo>
                  <a:lnTo>
                    <a:pt x="357568" y="4784"/>
                  </a:lnTo>
                  <a:close/>
                </a:path>
                <a:path w="715644" h="715645">
                  <a:moveTo>
                    <a:pt x="705611" y="355399"/>
                  </a:moveTo>
                  <a:lnTo>
                    <a:pt x="705552" y="355018"/>
                  </a:lnTo>
                  <a:lnTo>
                    <a:pt x="702434" y="310364"/>
                  </a:lnTo>
                  <a:lnTo>
                    <a:pt x="693179" y="265068"/>
                  </a:lnTo>
                  <a:lnTo>
                    <a:pt x="678260" y="222118"/>
                  </a:lnTo>
                  <a:lnTo>
                    <a:pt x="658092" y="181928"/>
                  </a:lnTo>
                  <a:lnTo>
                    <a:pt x="633091" y="144913"/>
                  </a:lnTo>
                  <a:lnTo>
                    <a:pt x="603670" y="111488"/>
                  </a:lnTo>
                  <a:lnTo>
                    <a:pt x="570245" y="82067"/>
                  </a:lnTo>
                  <a:lnTo>
                    <a:pt x="533230" y="57066"/>
                  </a:lnTo>
                  <a:lnTo>
                    <a:pt x="493040" y="36898"/>
                  </a:lnTo>
                  <a:lnTo>
                    <a:pt x="450090" y="21979"/>
                  </a:lnTo>
                  <a:lnTo>
                    <a:pt x="404794" y="12724"/>
                  </a:lnTo>
                  <a:lnTo>
                    <a:pt x="358421" y="9604"/>
                  </a:lnTo>
                  <a:lnTo>
                    <a:pt x="357568" y="9604"/>
                  </a:lnTo>
                  <a:lnTo>
                    <a:pt x="357568" y="4784"/>
                  </a:lnTo>
                  <a:lnTo>
                    <a:pt x="360140" y="784"/>
                  </a:lnTo>
                  <a:lnTo>
                    <a:pt x="359378" y="307"/>
                  </a:lnTo>
                  <a:lnTo>
                    <a:pt x="358618" y="0"/>
                  </a:lnTo>
                  <a:lnTo>
                    <a:pt x="358352" y="0"/>
                  </a:lnTo>
                  <a:lnTo>
                    <a:pt x="406082" y="3286"/>
                  </a:lnTo>
                  <a:lnTo>
                    <a:pt x="452261" y="12724"/>
                  </a:lnTo>
                  <a:lnTo>
                    <a:pt x="452407" y="12724"/>
                  </a:lnTo>
                  <a:lnTo>
                    <a:pt x="496739" y="28125"/>
                  </a:lnTo>
                  <a:lnTo>
                    <a:pt x="538028" y="48846"/>
                  </a:lnTo>
                  <a:lnTo>
                    <a:pt x="576056" y="74534"/>
                  </a:lnTo>
                  <a:lnTo>
                    <a:pt x="610397" y="104761"/>
                  </a:lnTo>
                  <a:lnTo>
                    <a:pt x="640625" y="139102"/>
                  </a:lnTo>
                  <a:lnTo>
                    <a:pt x="666312" y="177130"/>
                  </a:lnTo>
                  <a:lnTo>
                    <a:pt x="687033" y="218419"/>
                  </a:lnTo>
                  <a:lnTo>
                    <a:pt x="702362" y="262543"/>
                  </a:lnTo>
                  <a:lnTo>
                    <a:pt x="711872" y="309076"/>
                  </a:lnTo>
                  <a:lnTo>
                    <a:pt x="714822" y="352923"/>
                  </a:lnTo>
                  <a:lnTo>
                    <a:pt x="709231" y="352923"/>
                  </a:lnTo>
                  <a:lnTo>
                    <a:pt x="707135" y="353494"/>
                  </a:lnTo>
                  <a:lnTo>
                    <a:pt x="705611" y="355399"/>
                  </a:lnTo>
                  <a:close/>
                </a:path>
                <a:path w="715644" h="715645">
                  <a:moveTo>
                    <a:pt x="357568" y="9604"/>
                  </a:moveTo>
                  <a:lnTo>
                    <a:pt x="356902" y="9604"/>
                  </a:lnTo>
                  <a:lnTo>
                    <a:pt x="355758" y="9261"/>
                  </a:lnTo>
                  <a:lnTo>
                    <a:pt x="354996" y="8785"/>
                  </a:lnTo>
                  <a:lnTo>
                    <a:pt x="357568" y="4784"/>
                  </a:lnTo>
                  <a:lnTo>
                    <a:pt x="357568" y="9604"/>
                  </a:lnTo>
                  <a:close/>
                </a:path>
                <a:path w="715644" h="715645">
                  <a:moveTo>
                    <a:pt x="436715" y="705634"/>
                  </a:moveTo>
                  <a:lnTo>
                    <a:pt x="357568" y="705634"/>
                  </a:lnTo>
                  <a:lnTo>
                    <a:pt x="404794" y="702456"/>
                  </a:lnTo>
                  <a:lnTo>
                    <a:pt x="450090" y="693201"/>
                  </a:lnTo>
                  <a:lnTo>
                    <a:pt x="493040" y="678282"/>
                  </a:lnTo>
                  <a:lnTo>
                    <a:pt x="533230" y="658114"/>
                  </a:lnTo>
                  <a:lnTo>
                    <a:pt x="570245" y="633113"/>
                  </a:lnTo>
                  <a:lnTo>
                    <a:pt x="603670" y="603692"/>
                  </a:lnTo>
                  <a:lnTo>
                    <a:pt x="633091" y="570267"/>
                  </a:lnTo>
                  <a:lnTo>
                    <a:pt x="658092" y="533252"/>
                  </a:lnTo>
                  <a:lnTo>
                    <a:pt x="678260" y="493062"/>
                  </a:lnTo>
                  <a:lnTo>
                    <a:pt x="693179" y="450112"/>
                  </a:lnTo>
                  <a:lnTo>
                    <a:pt x="702434" y="404817"/>
                  </a:lnTo>
                  <a:lnTo>
                    <a:pt x="705297" y="362257"/>
                  </a:lnTo>
                  <a:lnTo>
                    <a:pt x="705438" y="360162"/>
                  </a:lnTo>
                  <a:lnTo>
                    <a:pt x="705490" y="359400"/>
                  </a:lnTo>
                  <a:lnTo>
                    <a:pt x="705611" y="355399"/>
                  </a:lnTo>
                  <a:lnTo>
                    <a:pt x="707135" y="353494"/>
                  </a:lnTo>
                  <a:lnTo>
                    <a:pt x="709231" y="352923"/>
                  </a:lnTo>
                  <a:lnTo>
                    <a:pt x="711517" y="362257"/>
                  </a:lnTo>
                  <a:lnTo>
                    <a:pt x="714822" y="362257"/>
                  </a:lnTo>
                  <a:lnTo>
                    <a:pt x="711958" y="404817"/>
                  </a:lnTo>
                  <a:lnTo>
                    <a:pt x="702362" y="452637"/>
                  </a:lnTo>
                  <a:lnTo>
                    <a:pt x="687033" y="496761"/>
                  </a:lnTo>
                  <a:lnTo>
                    <a:pt x="666312" y="538050"/>
                  </a:lnTo>
                  <a:lnTo>
                    <a:pt x="640625" y="576078"/>
                  </a:lnTo>
                  <a:lnTo>
                    <a:pt x="610397" y="610419"/>
                  </a:lnTo>
                  <a:lnTo>
                    <a:pt x="576056" y="640647"/>
                  </a:lnTo>
                  <a:lnTo>
                    <a:pt x="538028" y="666334"/>
                  </a:lnTo>
                  <a:lnTo>
                    <a:pt x="496739" y="687055"/>
                  </a:lnTo>
                  <a:lnTo>
                    <a:pt x="452407" y="702456"/>
                  </a:lnTo>
                  <a:lnTo>
                    <a:pt x="452261" y="702456"/>
                  </a:lnTo>
                  <a:lnTo>
                    <a:pt x="436715" y="705634"/>
                  </a:lnTo>
                  <a:close/>
                </a:path>
                <a:path w="715644" h="715645">
                  <a:moveTo>
                    <a:pt x="711517" y="362257"/>
                  </a:moveTo>
                  <a:lnTo>
                    <a:pt x="709231" y="352923"/>
                  </a:lnTo>
                  <a:lnTo>
                    <a:pt x="714822" y="352923"/>
                  </a:lnTo>
                  <a:lnTo>
                    <a:pt x="714948" y="358444"/>
                  </a:lnTo>
                  <a:lnTo>
                    <a:pt x="714976" y="359982"/>
                  </a:lnTo>
                  <a:lnTo>
                    <a:pt x="713612" y="361686"/>
                  </a:lnTo>
                  <a:lnTo>
                    <a:pt x="711517" y="362257"/>
                  </a:lnTo>
                  <a:close/>
                </a:path>
                <a:path w="715644" h="715645">
                  <a:moveTo>
                    <a:pt x="357569" y="715140"/>
                  </a:moveTo>
                  <a:lnTo>
                    <a:pt x="309054" y="711894"/>
                  </a:lnTo>
                  <a:lnTo>
                    <a:pt x="262875" y="702456"/>
                  </a:lnTo>
                  <a:lnTo>
                    <a:pt x="262729" y="702456"/>
                  </a:lnTo>
                  <a:lnTo>
                    <a:pt x="218397" y="687055"/>
                  </a:lnTo>
                  <a:lnTo>
                    <a:pt x="177108" y="666334"/>
                  </a:lnTo>
                  <a:lnTo>
                    <a:pt x="139080" y="640647"/>
                  </a:lnTo>
                  <a:lnTo>
                    <a:pt x="104739" y="610419"/>
                  </a:lnTo>
                  <a:lnTo>
                    <a:pt x="74511" y="576078"/>
                  </a:lnTo>
                  <a:lnTo>
                    <a:pt x="48824" y="538050"/>
                  </a:lnTo>
                  <a:lnTo>
                    <a:pt x="28103" y="496761"/>
                  </a:lnTo>
                  <a:lnTo>
                    <a:pt x="12774" y="452637"/>
                  </a:lnTo>
                  <a:lnTo>
                    <a:pt x="3264" y="406104"/>
                  </a:lnTo>
                  <a:lnTo>
                    <a:pt x="314" y="362257"/>
                  </a:lnTo>
                  <a:lnTo>
                    <a:pt x="285" y="355780"/>
                  </a:lnTo>
                  <a:lnTo>
                    <a:pt x="762" y="355018"/>
                  </a:lnTo>
                  <a:lnTo>
                    <a:pt x="8763" y="360162"/>
                  </a:lnTo>
                  <a:lnTo>
                    <a:pt x="9698" y="360162"/>
                  </a:lnTo>
                  <a:lnTo>
                    <a:pt x="12702" y="404817"/>
                  </a:lnTo>
                  <a:lnTo>
                    <a:pt x="21957" y="450112"/>
                  </a:lnTo>
                  <a:lnTo>
                    <a:pt x="36876" y="493062"/>
                  </a:lnTo>
                  <a:lnTo>
                    <a:pt x="57044" y="533252"/>
                  </a:lnTo>
                  <a:lnTo>
                    <a:pt x="82045" y="570267"/>
                  </a:lnTo>
                  <a:lnTo>
                    <a:pt x="111466" y="603692"/>
                  </a:lnTo>
                  <a:lnTo>
                    <a:pt x="144891" y="633113"/>
                  </a:lnTo>
                  <a:lnTo>
                    <a:pt x="181906" y="658114"/>
                  </a:lnTo>
                  <a:lnTo>
                    <a:pt x="222096" y="678282"/>
                  </a:lnTo>
                  <a:lnTo>
                    <a:pt x="265046" y="693201"/>
                  </a:lnTo>
                  <a:lnTo>
                    <a:pt x="310342" y="702456"/>
                  </a:lnTo>
                  <a:lnTo>
                    <a:pt x="357568" y="705634"/>
                  </a:lnTo>
                  <a:lnTo>
                    <a:pt x="436715" y="705634"/>
                  </a:lnTo>
                  <a:lnTo>
                    <a:pt x="413411" y="710396"/>
                  </a:lnTo>
                  <a:lnTo>
                    <a:pt x="357568" y="710396"/>
                  </a:lnTo>
                  <a:lnTo>
                    <a:pt x="357569" y="715140"/>
                  </a:lnTo>
                  <a:close/>
                </a:path>
                <a:path w="715644" h="715645">
                  <a:moveTo>
                    <a:pt x="8763" y="360162"/>
                  </a:moveTo>
                  <a:lnTo>
                    <a:pt x="762" y="355018"/>
                  </a:lnTo>
                  <a:lnTo>
                    <a:pt x="9698" y="355018"/>
                  </a:lnTo>
                  <a:lnTo>
                    <a:pt x="9584" y="357163"/>
                  </a:lnTo>
                  <a:lnTo>
                    <a:pt x="9526" y="358444"/>
                  </a:lnTo>
                  <a:lnTo>
                    <a:pt x="9239" y="359400"/>
                  </a:lnTo>
                  <a:lnTo>
                    <a:pt x="9001" y="359781"/>
                  </a:lnTo>
                  <a:lnTo>
                    <a:pt x="8875" y="359982"/>
                  </a:lnTo>
                  <a:lnTo>
                    <a:pt x="8763" y="360162"/>
                  </a:lnTo>
                  <a:close/>
                </a:path>
                <a:path w="715644" h="715645">
                  <a:moveTo>
                    <a:pt x="9698" y="360162"/>
                  </a:moveTo>
                  <a:lnTo>
                    <a:pt x="8763" y="360162"/>
                  </a:lnTo>
                  <a:lnTo>
                    <a:pt x="9239" y="359400"/>
                  </a:lnTo>
                  <a:lnTo>
                    <a:pt x="9582" y="358444"/>
                  </a:lnTo>
                  <a:lnTo>
                    <a:pt x="9698" y="360162"/>
                  </a:lnTo>
                  <a:close/>
                </a:path>
                <a:path w="715644" h="715645">
                  <a:moveTo>
                    <a:pt x="714976" y="359982"/>
                  </a:moveTo>
                  <a:lnTo>
                    <a:pt x="714989" y="359781"/>
                  </a:lnTo>
                  <a:lnTo>
                    <a:pt x="715136" y="359400"/>
                  </a:lnTo>
                  <a:lnTo>
                    <a:pt x="715136" y="359781"/>
                  </a:lnTo>
                  <a:lnTo>
                    <a:pt x="714976" y="359982"/>
                  </a:lnTo>
                  <a:close/>
                </a:path>
                <a:path w="715644" h="715645">
                  <a:moveTo>
                    <a:pt x="714822" y="362257"/>
                  </a:moveTo>
                  <a:lnTo>
                    <a:pt x="711517" y="362257"/>
                  </a:lnTo>
                  <a:lnTo>
                    <a:pt x="713612" y="361686"/>
                  </a:lnTo>
                  <a:lnTo>
                    <a:pt x="714976" y="359982"/>
                  </a:lnTo>
                  <a:lnTo>
                    <a:pt x="714861" y="361686"/>
                  </a:lnTo>
                  <a:lnTo>
                    <a:pt x="714822" y="362257"/>
                  </a:lnTo>
                  <a:close/>
                </a:path>
                <a:path w="715644" h="715645">
                  <a:moveTo>
                    <a:pt x="357849" y="715140"/>
                  </a:moveTo>
                  <a:lnTo>
                    <a:pt x="357569" y="715140"/>
                  </a:lnTo>
                  <a:lnTo>
                    <a:pt x="357568" y="710396"/>
                  </a:lnTo>
                  <a:lnTo>
                    <a:pt x="413411" y="710396"/>
                  </a:lnTo>
                  <a:lnTo>
                    <a:pt x="406082" y="711894"/>
                  </a:lnTo>
                  <a:lnTo>
                    <a:pt x="357849" y="715140"/>
                  </a:lnTo>
                  <a:close/>
                </a:path>
              </a:pathLst>
            </a:custGeom>
            <a:solidFill>
              <a:srgbClr val="b1d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1" name="object 14"/>
            <p:cNvSpPr/>
            <p:nvPr/>
          </p:nvSpPr>
          <p:spPr>
            <a:xfrm>
              <a:off x="1467720" y="5537520"/>
              <a:ext cx="354240" cy="314280"/>
            </a:xfrm>
            <a:custGeom>
              <a:avLst/>
              <a:gdLst>
                <a:gd name="textAreaLeft" fmla="*/ 0 w 354240"/>
                <a:gd name="textAreaRight" fmla="*/ 354600 w 354240"/>
                <a:gd name="textAreaTop" fmla="*/ 0 h 314280"/>
                <a:gd name="textAreaBottom" fmla="*/ 314640 h 314280"/>
              </a:gdLst>
              <a:ahLst/>
              <a:rect l="textAreaLeft" t="textAreaTop" r="textAreaRight" b="textAreaBottom"/>
              <a:pathLst>
                <a:path w="354964" h="314960">
                  <a:moveTo>
                    <a:pt x="343300" y="127170"/>
                  </a:moveTo>
                  <a:lnTo>
                    <a:pt x="351314" y="136270"/>
                  </a:lnTo>
                  <a:lnTo>
                    <a:pt x="353666" y="139386"/>
                  </a:lnTo>
                  <a:lnTo>
                    <a:pt x="354800" y="141583"/>
                  </a:lnTo>
                </a:path>
                <a:path w="354964" h="314960">
                  <a:moveTo>
                    <a:pt x="342884" y="126697"/>
                  </a:moveTo>
                  <a:lnTo>
                    <a:pt x="350519" y="119869"/>
                  </a:lnTo>
                  <a:lnTo>
                    <a:pt x="353214" y="116891"/>
                  </a:lnTo>
                  <a:lnTo>
                    <a:pt x="354520" y="115028"/>
                  </a:lnTo>
                  <a:lnTo>
                    <a:pt x="354800" y="114485"/>
                  </a:lnTo>
                </a:path>
                <a:path w="354964" h="314960">
                  <a:moveTo>
                    <a:pt x="354800" y="240006"/>
                  </a:moveTo>
                  <a:lnTo>
                    <a:pt x="328155" y="253100"/>
                  </a:lnTo>
                  <a:lnTo>
                    <a:pt x="320850" y="253145"/>
                  </a:lnTo>
                </a:path>
                <a:path w="354964" h="314960">
                  <a:moveTo>
                    <a:pt x="2375" y="143092"/>
                  </a:moveTo>
                  <a:lnTo>
                    <a:pt x="3760" y="140350"/>
                  </a:lnTo>
                  <a:lnTo>
                    <a:pt x="5646" y="137642"/>
                  </a:lnTo>
                  <a:lnTo>
                    <a:pt x="8005" y="134956"/>
                  </a:lnTo>
                  <a:lnTo>
                    <a:pt x="16749" y="126606"/>
                  </a:lnTo>
                </a:path>
                <a:path w="354964" h="314960">
                  <a:moveTo>
                    <a:pt x="354800" y="12279"/>
                  </a:moveTo>
                  <a:lnTo>
                    <a:pt x="328757" y="90"/>
                  </a:lnTo>
                  <a:lnTo>
                    <a:pt x="321459" y="67"/>
                  </a:lnTo>
                </a:path>
                <a:path w="354964" h="314960">
                  <a:moveTo>
                    <a:pt x="33" y="102523"/>
                  </a:moveTo>
                  <a:lnTo>
                    <a:pt x="8976" y="120481"/>
                  </a:lnTo>
                  <a:lnTo>
                    <a:pt x="16749" y="126606"/>
                  </a:lnTo>
                </a:path>
                <a:path w="354964" h="314960">
                  <a:moveTo>
                    <a:pt x="342395" y="127135"/>
                  </a:moveTo>
                  <a:lnTo>
                    <a:pt x="16749" y="126606"/>
                  </a:lnTo>
                </a:path>
                <a:path w="354964" h="314960">
                  <a:moveTo>
                    <a:pt x="178883" y="253163"/>
                  </a:moveTo>
                  <a:lnTo>
                    <a:pt x="178824" y="314488"/>
                  </a:lnTo>
                </a:path>
                <a:path w="354964" h="314960">
                  <a:moveTo>
                    <a:pt x="78002" y="314478"/>
                  </a:moveTo>
                  <a:lnTo>
                    <a:pt x="279596" y="314329"/>
                  </a:lnTo>
                </a:path>
                <a:path w="354964" h="314960">
                  <a:moveTo>
                    <a:pt x="306268" y="65051"/>
                  </a:moveTo>
                  <a:lnTo>
                    <a:pt x="296648" y="79415"/>
                  </a:lnTo>
                  <a:lnTo>
                    <a:pt x="294738" y="80204"/>
                  </a:lnTo>
                  <a:lnTo>
                    <a:pt x="292750" y="80599"/>
                  </a:lnTo>
                  <a:lnTo>
                    <a:pt x="290684" y="80599"/>
                  </a:lnTo>
                  <a:lnTo>
                    <a:pt x="288617" y="80599"/>
                  </a:lnTo>
                  <a:lnTo>
                    <a:pt x="286629" y="80204"/>
                  </a:lnTo>
                  <a:lnTo>
                    <a:pt x="284720" y="79415"/>
                  </a:lnTo>
                  <a:lnTo>
                    <a:pt x="282811" y="78626"/>
                  </a:lnTo>
                  <a:lnTo>
                    <a:pt x="281126" y="77503"/>
                  </a:lnTo>
                  <a:lnTo>
                    <a:pt x="279664" y="76045"/>
                  </a:lnTo>
                  <a:lnTo>
                    <a:pt x="278203" y="74587"/>
                  </a:lnTo>
                  <a:lnTo>
                    <a:pt x="277077" y="72906"/>
                  </a:lnTo>
                  <a:lnTo>
                    <a:pt x="276286" y="71001"/>
                  </a:lnTo>
                  <a:lnTo>
                    <a:pt x="275495" y="69096"/>
                  </a:lnTo>
                  <a:lnTo>
                    <a:pt x="275100" y="67113"/>
                  </a:lnTo>
                  <a:lnTo>
                    <a:pt x="275100" y="65051"/>
                  </a:lnTo>
                  <a:lnTo>
                    <a:pt x="275100" y="62989"/>
                  </a:lnTo>
                  <a:lnTo>
                    <a:pt x="275495" y="61006"/>
                  </a:lnTo>
                  <a:lnTo>
                    <a:pt x="276286" y="59101"/>
                  </a:lnTo>
                  <a:lnTo>
                    <a:pt x="277077" y="57196"/>
                  </a:lnTo>
                  <a:lnTo>
                    <a:pt x="278203" y="55515"/>
                  </a:lnTo>
                  <a:lnTo>
                    <a:pt x="279664" y="54057"/>
                  </a:lnTo>
                  <a:lnTo>
                    <a:pt x="281126" y="52599"/>
                  </a:lnTo>
                  <a:lnTo>
                    <a:pt x="282811" y="51476"/>
                  </a:lnTo>
                  <a:lnTo>
                    <a:pt x="284720" y="50687"/>
                  </a:lnTo>
                  <a:lnTo>
                    <a:pt x="286629" y="49898"/>
                  </a:lnTo>
                  <a:lnTo>
                    <a:pt x="288617" y="49503"/>
                  </a:lnTo>
                  <a:lnTo>
                    <a:pt x="290684" y="49503"/>
                  </a:lnTo>
                  <a:lnTo>
                    <a:pt x="292750" y="49503"/>
                  </a:lnTo>
                  <a:lnTo>
                    <a:pt x="294738" y="49898"/>
                  </a:lnTo>
                  <a:lnTo>
                    <a:pt x="296648" y="50687"/>
                  </a:lnTo>
                  <a:lnTo>
                    <a:pt x="298557" y="51476"/>
                  </a:lnTo>
                  <a:lnTo>
                    <a:pt x="305082" y="59101"/>
                  </a:lnTo>
                  <a:lnTo>
                    <a:pt x="305872" y="61006"/>
                  </a:lnTo>
                  <a:lnTo>
                    <a:pt x="306268" y="62989"/>
                  </a:lnTo>
                  <a:lnTo>
                    <a:pt x="306268" y="65051"/>
                  </a:lnTo>
                  <a:close/>
                </a:path>
                <a:path w="354964" h="314960">
                  <a:moveTo>
                    <a:pt x="276618" y="58551"/>
                  </a:moveTo>
                  <a:lnTo>
                    <a:pt x="277420" y="56492"/>
                  </a:lnTo>
                </a:path>
                <a:path w="354964" h="314960">
                  <a:moveTo>
                    <a:pt x="306525" y="191154"/>
                  </a:moveTo>
                  <a:lnTo>
                    <a:pt x="297012" y="205357"/>
                  </a:lnTo>
                  <a:lnTo>
                    <a:pt x="295125" y="206137"/>
                  </a:lnTo>
                  <a:lnTo>
                    <a:pt x="293159" y="206527"/>
                  </a:lnTo>
                  <a:lnTo>
                    <a:pt x="291116" y="206527"/>
                  </a:lnTo>
                  <a:lnTo>
                    <a:pt x="289072" y="206527"/>
                  </a:lnTo>
                  <a:lnTo>
                    <a:pt x="287107" y="206137"/>
                  </a:lnTo>
                  <a:lnTo>
                    <a:pt x="285219" y="205357"/>
                  </a:lnTo>
                  <a:lnTo>
                    <a:pt x="283331" y="204577"/>
                  </a:lnTo>
                  <a:lnTo>
                    <a:pt x="276879" y="197037"/>
                  </a:lnTo>
                  <a:lnTo>
                    <a:pt x="276097" y="195154"/>
                  </a:lnTo>
                  <a:lnTo>
                    <a:pt x="275706" y="193193"/>
                  </a:lnTo>
                  <a:lnTo>
                    <a:pt x="275706" y="191154"/>
                  </a:lnTo>
                  <a:lnTo>
                    <a:pt x="275706" y="189115"/>
                  </a:lnTo>
                  <a:lnTo>
                    <a:pt x="276097" y="187154"/>
                  </a:lnTo>
                  <a:lnTo>
                    <a:pt x="276879" y="185271"/>
                  </a:lnTo>
                  <a:lnTo>
                    <a:pt x="277661" y="183387"/>
                  </a:lnTo>
                  <a:lnTo>
                    <a:pt x="278775" y="181725"/>
                  </a:lnTo>
                  <a:lnTo>
                    <a:pt x="280220" y="180283"/>
                  </a:lnTo>
                  <a:lnTo>
                    <a:pt x="281664" y="178842"/>
                  </a:lnTo>
                  <a:lnTo>
                    <a:pt x="283331" y="177731"/>
                  </a:lnTo>
                  <a:lnTo>
                    <a:pt x="285219" y="176951"/>
                  </a:lnTo>
                  <a:lnTo>
                    <a:pt x="287107" y="176171"/>
                  </a:lnTo>
                  <a:lnTo>
                    <a:pt x="289072" y="175781"/>
                  </a:lnTo>
                  <a:lnTo>
                    <a:pt x="291116" y="175781"/>
                  </a:lnTo>
                  <a:lnTo>
                    <a:pt x="293159" y="175781"/>
                  </a:lnTo>
                  <a:lnTo>
                    <a:pt x="302012" y="180283"/>
                  </a:lnTo>
                  <a:lnTo>
                    <a:pt x="303456" y="181725"/>
                  </a:lnTo>
                  <a:lnTo>
                    <a:pt x="304570" y="183387"/>
                  </a:lnTo>
                  <a:lnTo>
                    <a:pt x="305352" y="185271"/>
                  </a:lnTo>
                  <a:lnTo>
                    <a:pt x="306134" y="187154"/>
                  </a:lnTo>
                  <a:lnTo>
                    <a:pt x="306525" y="189115"/>
                  </a:lnTo>
                  <a:lnTo>
                    <a:pt x="306525" y="191154"/>
                  </a:lnTo>
                  <a:close/>
                </a:path>
                <a:path w="354964" h="314960">
                  <a:moveTo>
                    <a:pt x="276545" y="196738"/>
                  </a:moveTo>
                  <a:lnTo>
                    <a:pt x="277205" y="198876"/>
                  </a:lnTo>
                </a:path>
                <a:path w="354964" h="314960">
                  <a:moveTo>
                    <a:pt x="320850" y="253145"/>
                  </a:moveTo>
                  <a:lnTo>
                    <a:pt x="25782" y="253316"/>
                  </a:lnTo>
                </a:path>
                <a:path w="354964" h="314960">
                  <a:moveTo>
                    <a:pt x="25785" y="253414"/>
                  </a:moveTo>
                  <a:lnTo>
                    <a:pt x="21894" y="253534"/>
                  </a:lnTo>
                  <a:lnTo>
                    <a:pt x="18174" y="252797"/>
                  </a:lnTo>
                  <a:lnTo>
                    <a:pt x="14624" y="251203"/>
                  </a:lnTo>
                  <a:lnTo>
                    <a:pt x="11075" y="249610"/>
                  </a:lnTo>
                  <a:lnTo>
                    <a:pt x="8055" y="247320"/>
                  </a:lnTo>
                  <a:lnTo>
                    <a:pt x="5565" y="244335"/>
                  </a:lnTo>
                  <a:lnTo>
                    <a:pt x="3075" y="241350"/>
                  </a:lnTo>
                  <a:lnTo>
                    <a:pt x="2375" y="239965"/>
                  </a:lnTo>
                </a:path>
                <a:path w="354964" h="314960">
                  <a:moveTo>
                    <a:pt x="0" y="30613"/>
                  </a:moveTo>
                  <a:lnTo>
                    <a:pt x="33" y="102523"/>
                  </a:lnTo>
                </a:path>
                <a:path w="354964" h="314960">
                  <a:moveTo>
                    <a:pt x="321459" y="67"/>
                  </a:moveTo>
                  <a:lnTo>
                    <a:pt x="27455" y="73"/>
                  </a:lnTo>
                </a:path>
                <a:path w="354964" h="314960">
                  <a:moveTo>
                    <a:pt x="27425" y="293"/>
                  </a:moveTo>
                  <a:lnTo>
                    <a:pt x="25442" y="25"/>
                  </a:lnTo>
                  <a:lnTo>
                    <a:pt x="23456" y="0"/>
                  </a:lnTo>
                  <a:lnTo>
                    <a:pt x="21468" y="218"/>
                  </a:lnTo>
                  <a:lnTo>
                    <a:pt x="19479" y="437"/>
                  </a:lnTo>
                  <a:lnTo>
                    <a:pt x="17546" y="892"/>
                  </a:lnTo>
                  <a:lnTo>
                    <a:pt x="15670" y="1585"/>
                  </a:lnTo>
                  <a:lnTo>
                    <a:pt x="13793" y="2277"/>
                  </a:lnTo>
                  <a:lnTo>
                    <a:pt x="12029" y="3186"/>
                  </a:lnTo>
                  <a:lnTo>
                    <a:pt x="10376" y="4312"/>
                  </a:lnTo>
                  <a:lnTo>
                    <a:pt x="8724" y="5437"/>
                  </a:lnTo>
                  <a:lnTo>
                    <a:pt x="7232" y="6745"/>
                  </a:lnTo>
                  <a:lnTo>
                    <a:pt x="5902" y="8236"/>
                  </a:lnTo>
                  <a:lnTo>
                    <a:pt x="4572" y="9728"/>
                  </a:lnTo>
                  <a:lnTo>
                    <a:pt x="3443" y="11357"/>
                  </a:lnTo>
                  <a:lnTo>
                    <a:pt x="2515" y="13125"/>
                  </a:lnTo>
                  <a:lnTo>
                    <a:pt x="2375" y="13392"/>
                  </a:lnTo>
                </a:path>
              </a:pathLst>
            </a:custGeom>
            <a:noFill/>
            <a:ln w="15867">
              <a:solidFill>
                <a:srgbClr val="26252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92" name="object 15"/>
          <p:cNvGrpSpPr/>
          <p:nvPr/>
        </p:nvGrpSpPr>
        <p:grpSpPr>
          <a:xfrm>
            <a:off x="1641600" y="7650360"/>
            <a:ext cx="714960" cy="1900440"/>
            <a:chOff x="1641600" y="7650360"/>
            <a:chExt cx="714960" cy="1900440"/>
          </a:xfrm>
        </p:grpSpPr>
        <p:sp>
          <p:nvSpPr>
            <p:cNvPr id="393" name="object 16"/>
            <p:cNvSpPr/>
            <p:nvPr/>
          </p:nvSpPr>
          <p:spPr>
            <a:xfrm>
              <a:off x="1881720" y="7809480"/>
              <a:ext cx="234720" cy="1736640"/>
            </a:xfrm>
            <a:custGeom>
              <a:avLst/>
              <a:gdLst>
                <a:gd name="textAreaLeft" fmla="*/ 0 w 234720"/>
                <a:gd name="textAreaRight" fmla="*/ 235080 w 234720"/>
                <a:gd name="textAreaTop" fmla="*/ 0 h 1736640"/>
                <a:gd name="textAreaBottom" fmla="*/ 1737000 h 1736640"/>
              </a:gdLst>
              <a:ahLst/>
              <a:rect l="textAreaLeft" t="textAreaTop" r="textAreaRight" b="textAreaBottom"/>
              <a:pathLst>
                <a:path w="235585" h="1737359">
                  <a:moveTo>
                    <a:pt x="136302" y="1737264"/>
                  </a:moveTo>
                  <a:lnTo>
                    <a:pt x="98774" y="1737264"/>
                  </a:lnTo>
                  <a:lnTo>
                    <a:pt x="60379" y="1729238"/>
                  </a:lnTo>
                  <a:lnTo>
                    <a:pt x="28971" y="1707344"/>
                  </a:lnTo>
                  <a:lnTo>
                    <a:pt x="7784" y="1674859"/>
                  </a:lnTo>
                  <a:lnTo>
                    <a:pt x="0" y="1635061"/>
                  </a:lnTo>
                  <a:lnTo>
                    <a:pt x="0" y="102203"/>
                  </a:lnTo>
                  <a:lnTo>
                    <a:pt x="7758" y="62445"/>
                  </a:lnTo>
                  <a:lnTo>
                    <a:pt x="28920" y="29956"/>
                  </a:lnTo>
                  <a:lnTo>
                    <a:pt x="60315" y="8039"/>
                  </a:lnTo>
                  <a:lnTo>
                    <a:pt x="98774" y="0"/>
                  </a:lnTo>
                  <a:lnTo>
                    <a:pt x="136302" y="0"/>
                  </a:lnTo>
                  <a:lnTo>
                    <a:pt x="174761" y="8039"/>
                  </a:lnTo>
                  <a:lnTo>
                    <a:pt x="206156" y="29956"/>
                  </a:lnTo>
                  <a:lnTo>
                    <a:pt x="227318" y="62445"/>
                  </a:lnTo>
                  <a:lnTo>
                    <a:pt x="235076" y="102203"/>
                  </a:lnTo>
                  <a:lnTo>
                    <a:pt x="235076" y="1635061"/>
                  </a:lnTo>
                  <a:lnTo>
                    <a:pt x="227318" y="1674859"/>
                  </a:lnTo>
                  <a:lnTo>
                    <a:pt x="206156" y="1707344"/>
                  </a:lnTo>
                  <a:lnTo>
                    <a:pt x="174761" y="1729238"/>
                  </a:lnTo>
                  <a:lnTo>
                    <a:pt x="136302" y="1737264"/>
                  </a:lnTo>
                  <a:close/>
                </a:path>
              </a:pathLst>
            </a:custGeom>
            <a:solidFill>
              <a:srgbClr val="cce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4" name="object 17"/>
            <p:cNvSpPr/>
            <p:nvPr/>
          </p:nvSpPr>
          <p:spPr>
            <a:xfrm>
              <a:off x="1877040" y="7804800"/>
              <a:ext cx="244440" cy="1746000"/>
            </a:xfrm>
            <a:custGeom>
              <a:avLst/>
              <a:gdLst>
                <a:gd name="textAreaLeft" fmla="*/ 0 w 244440"/>
                <a:gd name="textAreaRight" fmla="*/ 244800 w 244440"/>
                <a:gd name="textAreaTop" fmla="*/ 0 h 1746000"/>
                <a:gd name="textAreaBottom" fmla="*/ 1746360 h 1746000"/>
              </a:gdLst>
              <a:ahLst/>
              <a:rect l="textAreaLeft" t="textAreaTop" r="textAreaRight" b="textAreaBottom"/>
              <a:pathLst>
                <a:path w="245110" h="1746884">
                  <a:moveTo>
                    <a:pt x="103536" y="1746789"/>
                  </a:moveTo>
                  <a:lnTo>
                    <a:pt x="63232" y="1738367"/>
                  </a:lnTo>
                  <a:lnTo>
                    <a:pt x="30316" y="1715416"/>
                  </a:lnTo>
                  <a:lnTo>
                    <a:pt x="8140" y="1681411"/>
                  </a:lnTo>
                  <a:lnTo>
                    <a:pt x="0" y="1639824"/>
                  </a:lnTo>
                  <a:lnTo>
                    <a:pt x="0" y="106965"/>
                  </a:lnTo>
                  <a:lnTo>
                    <a:pt x="8114" y="65418"/>
                  </a:lnTo>
                  <a:lnTo>
                    <a:pt x="30265" y="31408"/>
                  </a:lnTo>
                  <a:lnTo>
                    <a:pt x="63168" y="8435"/>
                  </a:lnTo>
                  <a:lnTo>
                    <a:pt x="103536" y="0"/>
                  </a:lnTo>
                  <a:lnTo>
                    <a:pt x="141065" y="0"/>
                  </a:lnTo>
                  <a:lnTo>
                    <a:pt x="141065" y="4762"/>
                  </a:lnTo>
                  <a:lnTo>
                    <a:pt x="103536" y="4762"/>
                  </a:lnTo>
                  <a:lnTo>
                    <a:pt x="103536" y="9525"/>
                  </a:lnTo>
                  <a:lnTo>
                    <a:pt x="67027" y="17168"/>
                  </a:lnTo>
                  <a:lnTo>
                    <a:pt x="37135" y="38028"/>
                  </a:lnTo>
                  <a:lnTo>
                    <a:pt x="16941" y="68996"/>
                  </a:lnTo>
                  <a:lnTo>
                    <a:pt x="9525" y="106965"/>
                  </a:lnTo>
                  <a:lnTo>
                    <a:pt x="9525" y="1639824"/>
                  </a:lnTo>
                  <a:lnTo>
                    <a:pt x="16941" y="1677833"/>
                  </a:lnTo>
                  <a:lnTo>
                    <a:pt x="37135" y="1708796"/>
                  </a:lnTo>
                  <a:lnTo>
                    <a:pt x="67027" y="1729634"/>
                  </a:lnTo>
                  <a:lnTo>
                    <a:pt x="103536" y="1737264"/>
                  </a:lnTo>
                  <a:lnTo>
                    <a:pt x="183014" y="1737264"/>
                  </a:lnTo>
                  <a:lnTo>
                    <a:pt x="181433" y="1738367"/>
                  </a:lnTo>
                  <a:lnTo>
                    <a:pt x="163892" y="1742027"/>
                  </a:lnTo>
                  <a:lnTo>
                    <a:pt x="103536" y="1742027"/>
                  </a:lnTo>
                  <a:lnTo>
                    <a:pt x="103536" y="1746789"/>
                  </a:lnTo>
                  <a:close/>
                </a:path>
                <a:path w="245110" h="1746884">
                  <a:moveTo>
                    <a:pt x="183014" y="1737264"/>
                  </a:moveTo>
                  <a:lnTo>
                    <a:pt x="141065" y="1737264"/>
                  </a:lnTo>
                  <a:lnTo>
                    <a:pt x="177550" y="1729634"/>
                  </a:lnTo>
                  <a:lnTo>
                    <a:pt x="207451" y="1708796"/>
                  </a:lnTo>
                  <a:lnTo>
                    <a:pt x="227648" y="1677833"/>
                  </a:lnTo>
                  <a:lnTo>
                    <a:pt x="235077" y="1639824"/>
                  </a:lnTo>
                  <a:lnTo>
                    <a:pt x="235077" y="106965"/>
                  </a:lnTo>
                  <a:lnTo>
                    <a:pt x="227714" y="68996"/>
                  </a:lnTo>
                  <a:lnTo>
                    <a:pt x="207537" y="38028"/>
                  </a:lnTo>
                  <a:lnTo>
                    <a:pt x="177627" y="17168"/>
                  </a:lnTo>
                  <a:lnTo>
                    <a:pt x="141065" y="9525"/>
                  </a:lnTo>
                  <a:lnTo>
                    <a:pt x="103536" y="9525"/>
                  </a:lnTo>
                  <a:lnTo>
                    <a:pt x="103536" y="4762"/>
                  </a:lnTo>
                  <a:lnTo>
                    <a:pt x="141065" y="4762"/>
                  </a:lnTo>
                  <a:lnTo>
                    <a:pt x="141065" y="0"/>
                  </a:lnTo>
                  <a:lnTo>
                    <a:pt x="181433" y="8435"/>
                  </a:lnTo>
                  <a:lnTo>
                    <a:pt x="214336" y="31408"/>
                  </a:lnTo>
                  <a:lnTo>
                    <a:pt x="236487" y="65418"/>
                  </a:lnTo>
                  <a:lnTo>
                    <a:pt x="244678" y="106965"/>
                  </a:lnTo>
                  <a:lnTo>
                    <a:pt x="244678" y="1639824"/>
                  </a:lnTo>
                  <a:lnTo>
                    <a:pt x="236487" y="1681411"/>
                  </a:lnTo>
                  <a:lnTo>
                    <a:pt x="214336" y="1715416"/>
                  </a:lnTo>
                  <a:lnTo>
                    <a:pt x="183014" y="1737264"/>
                  </a:lnTo>
                  <a:close/>
                </a:path>
                <a:path w="245110" h="1746884">
                  <a:moveTo>
                    <a:pt x="141065" y="1746789"/>
                  </a:moveTo>
                  <a:lnTo>
                    <a:pt x="103536" y="1746789"/>
                  </a:lnTo>
                  <a:lnTo>
                    <a:pt x="103536" y="1742027"/>
                  </a:lnTo>
                  <a:lnTo>
                    <a:pt x="141065" y="1742027"/>
                  </a:lnTo>
                  <a:lnTo>
                    <a:pt x="141065" y="1746789"/>
                  </a:lnTo>
                  <a:close/>
                </a:path>
                <a:path w="245110" h="1746884">
                  <a:moveTo>
                    <a:pt x="141065" y="1746789"/>
                  </a:moveTo>
                  <a:lnTo>
                    <a:pt x="141065" y="1742027"/>
                  </a:lnTo>
                  <a:lnTo>
                    <a:pt x="163892" y="1742027"/>
                  </a:lnTo>
                  <a:lnTo>
                    <a:pt x="141065" y="1746789"/>
                  </a:lnTo>
                  <a:close/>
                </a:path>
              </a:pathLst>
            </a:custGeom>
            <a:solidFill>
              <a:srgbClr val="b1d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5" name="object 18"/>
            <p:cNvSpPr/>
            <p:nvPr/>
          </p:nvSpPr>
          <p:spPr>
            <a:xfrm>
              <a:off x="1646640" y="7655400"/>
              <a:ext cx="705240" cy="705240"/>
            </a:xfrm>
            <a:custGeom>
              <a:avLst/>
              <a:gdLst>
                <a:gd name="textAreaLeft" fmla="*/ 0 w 705240"/>
                <a:gd name="textAreaRight" fmla="*/ 705600 w 705240"/>
                <a:gd name="textAreaTop" fmla="*/ 0 h 705240"/>
                <a:gd name="textAreaBottom" fmla="*/ 705600 h 705240"/>
              </a:gdLst>
              <a:ahLst/>
              <a:rect l="textAreaLeft" t="textAreaTop" r="textAreaRight" b="textAreaBottom"/>
              <a:pathLst>
                <a:path w="706119" h="706120">
                  <a:moveTo>
                    <a:pt x="352805" y="705611"/>
                  </a:moveTo>
                  <a:lnTo>
                    <a:pt x="304925" y="702391"/>
                  </a:lnTo>
                  <a:lnTo>
                    <a:pt x="259005" y="693011"/>
                  </a:lnTo>
                  <a:lnTo>
                    <a:pt x="215464" y="677891"/>
                  </a:lnTo>
                  <a:lnTo>
                    <a:pt x="174723" y="657450"/>
                  </a:lnTo>
                  <a:lnTo>
                    <a:pt x="137203" y="632110"/>
                  </a:lnTo>
                  <a:lnTo>
                    <a:pt x="103322" y="602289"/>
                  </a:lnTo>
                  <a:lnTo>
                    <a:pt x="73501" y="568408"/>
                  </a:lnTo>
                  <a:lnTo>
                    <a:pt x="48161" y="530888"/>
                  </a:lnTo>
                  <a:lnTo>
                    <a:pt x="27720" y="490147"/>
                  </a:lnTo>
                  <a:lnTo>
                    <a:pt x="12600" y="446606"/>
                  </a:lnTo>
                  <a:lnTo>
                    <a:pt x="3220" y="400686"/>
                  </a:lnTo>
                  <a:lnTo>
                    <a:pt x="0" y="352805"/>
                  </a:lnTo>
                  <a:lnTo>
                    <a:pt x="3220" y="304925"/>
                  </a:lnTo>
                  <a:lnTo>
                    <a:pt x="12600" y="259005"/>
                  </a:lnTo>
                  <a:lnTo>
                    <a:pt x="27720" y="215464"/>
                  </a:lnTo>
                  <a:lnTo>
                    <a:pt x="48161" y="174723"/>
                  </a:lnTo>
                  <a:lnTo>
                    <a:pt x="73501" y="137203"/>
                  </a:lnTo>
                  <a:lnTo>
                    <a:pt x="103322" y="103322"/>
                  </a:lnTo>
                  <a:lnTo>
                    <a:pt x="137203" y="73501"/>
                  </a:lnTo>
                  <a:lnTo>
                    <a:pt x="174723" y="48161"/>
                  </a:lnTo>
                  <a:lnTo>
                    <a:pt x="215464" y="27720"/>
                  </a:lnTo>
                  <a:lnTo>
                    <a:pt x="259005" y="12600"/>
                  </a:lnTo>
                  <a:lnTo>
                    <a:pt x="304925" y="3220"/>
                  </a:lnTo>
                  <a:lnTo>
                    <a:pt x="352805" y="0"/>
                  </a:lnTo>
                  <a:lnTo>
                    <a:pt x="400686" y="3220"/>
                  </a:lnTo>
                  <a:lnTo>
                    <a:pt x="446606" y="12600"/>
                  </a:lnTo>
                  <a:lnTo>
                    <a:pt x="490147" y="27720"/>
                  </a:lnTo>
                  <a:lnTo>
                    <a:pt x="530888" y="48161"/>
                  </a:lnTo>
                  <a:lnTo>
                    <a:pt x="568408" y="73501"/>
                  </a:lnTo>
                  <a:lnTo>
                    <a:pt x="602289" y="103322"/>
                  </a:lnTo>
                  <a:lnTo>
                    <a:pt x="632110" y="137203"/>
                  </a:lnTo>
                  <a:lnTo>
                    <a:pt x="657450" y="174723"/>
                  </a:lnTo>
                  <a:lnTo>
                    <a:pt x="677891" y="215464"/>
                  </a:lnTo>
                  <a:lnTo>
                    <a:pt x="693011" y="259005"/>
                  </a:lnTo>
                  <a:lnTo>
                    <a:pt x="702391" y="304925"/>
                  </a:lnTo>
                  <a:lnTo>
                    <a:pt x="705611" y="352805"/>
                  </a:lnTo>
                  <a:lnTo>
                    <a:pt x="702391" y="400686"/>
                  </a:lnTo>
                  <a:lnTo>
                    <a:pt x="693011" y="446606"/>
                  </a:lnTo>
                  <a:lnTo>
                    <a:pt x="677891" y="490147"/>
                  </a:lnTo>
                  <a:lnTo>
                    <a:pt x="657450" y="530888"/>
                  </a:lnTo>
                  <a:lnTo>
                    <a:pt x="632110" y="568408"/>
                  </a:lnTo>
                  <a:lnTo>
                    <a:pt x="602289" y="602289"/>
                  </a:lnTo>
                  <a:lnTo>
                    <a:pt x="568408" y="632110"/>
                  </a:lnTo>
                  <a:lnTo>
                    <a:pt x="530888" y="657450"/>
                  </a:lnTo>
                  <a:lnTo>
                    <a:pt x="490147" y="677891"/>
                  </a:lnTo>
                  <a:lnTo>
                    <a:pt x="446606" y="693011"/>
                  </a:lnTo>
                  <a:lnTo>
                    <a:pt x="400686" y="702391"/>
                  </a:lnTo>
                  <a:lnTo>
                    <a:pt x="352805" y="705611"/>
                  </a:lnTo>
                  <a:close/>
                </a:path>
              </a:pathLst>
            </a:custGeom>
            <a:solidFill>
              <a:srgbClr val="cced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6" name="object 19"/>
            <p:cNvSpPr/>
            <p:nvPr/>
          </p:nvSpPr>
          <p:spPr>
            <a:xfrm>
              <a:off x="1641600" y="7650360"/>
              <a:ext cx="714960" cy="714960"/>
            </a:xfrm>
            <a:custGeom>
              <a:avLst/>
              <a:gdLst>
                <a:gd name="textAreaLeft" fmla="*/ 0 w 714960"/>
                <a:gd name="textAreaRight" fmla="*/ 715320 w 714960"/>
                <a:gd name="textAreaTop" fmla="*/ 0 h 714960"/>
                <a:gd name="textAreaBottom" fmla="*/ 715320 h 714960"/>
              </a:gdLst>
              <a:ahLst/>
              <a:rect l="textAreaLeft" t="textAreaTop" r="textAreaRight" b="textAreaBottom"/>
              <a:pathLst>
                <a:path w="715644" h="715645">
                  <a:moveTo>
                    <a:pt x="0" y="356485"/>
                  </a:moveTo>
                  <a:lnTo>
                    <a:pt x="83" y="355781"/>
                  </a:lnTo>
                  <a:lnTo>
                    <a:pt x="173" y="355019"/>
                  </a:lnTo>
                  <a:lnTo>
                    <a:pt x="3178" y="310364"/>
                  </a:lnTo>
                  <a:lnTo>
                    <a:pt x="3264" y="309076"/>
                  </a:lnTo>
                  <a:lnTo>
                    <a:pt x="12774" y="262544"/>
                  </a:lnTo>
                  <a:lnTo>
                    <a:pt x="28103" y="218420"/>
                  </a:lnTo>
                  <a:lnTo>
                    <a:pt x="48824" y="177130"/>
                  </a:lnTo>
                  <a:lnTo>
                    <a:pt x="74511" y="139102"/>
                  </a:lnTo>
                  <a:lnTo>
                    <a:pt x="104739" y="104761"/>
                  </a:lnTo>
                  <a:lnTo>
                    <a:pt x="139080" y="74534"/>
                  </a:lnTo>
                  <a:lnTo>
                    <a:pt x="177108" y="48846"/>
                  </a:lnTo>
                  <a:lnTo>
                    <a:pt x="218397" y="28125"/>
                  </a:lnTo>
                  <a:lnTo>
                    <a:pt x="262729" y="12724"/>
                  </a:lnTo>
                  <a:lnTo>
                    <a:pt x="262875" y="12724"/>
                  </a:lnTo>
                  <a:lnTo>
                    <a:pt x="309054" y="3287"/>
                  </a:lnTo>
                  <a:lnTo>
                    <a:pt x="356786" y="0"/>
                  </a:lnTo>
                  <a:lnTo>
                    <a:pt x="357568" y="0"/>
                  </a:lnTo>
                  <a:lnTo>
                    <a:pt x="357568" y="4784"/>
                  </a:lnTo>
                  <a:lnTo>
                    <a:pt x="354996" y="8785"/>
                  </a:lnTo>
                  <a:lnTo>
                    <a:pt x="355758" y="9261"/>
                  </a:lnTo>
                  <a:lnTo>
                    <a:pt x="356902" y="9604"/>
                  </a:lnTo>
                  <a:lnTo>
                    <a:pt x="310346" y="12724"/>
                  </a:lnTo>
                  <a:lnTo>
                    <a:pt x="265046" y="21980"/>
                  </a:lnTo>
                  <a:lnTo>
                    <a:pt x="222096" y="36899"/>
                  </a:lnTo>
                  <a:lnTo>
                    <a:pt x="181906" y="57066"/>
                  </a:lnTo>
                  <a:lnTo>
                    <a:pt x="144891" y="82068"/>
                  </a:lnTo>
                  <a:lnTo>
                    <a:pt x="111466" y="111488"/>
                  </a:lnTo>
                  <a:lnTo>
                    <a:pt x="82045" y="144913"/>
                  </a:lnTo>
                  <a:lnTo>
                    <a:pt x="57044" y="181928"/>
                  </a:lnTo>
                  <a:lnTo>
                    <a:pt x="36876" y="222118"/>
                  </a:lnTo>
                  <a:lnTo>
                    <a:pt x="21957" y="265068"/>
                  </a:lnTo>
                  <a:lnTo>
                    <a:pt x="12702" y="310364"/>
                  </a:lnTo>
                  <a:lnTo>
                    <a:pt x="9839" y="352923"/>
                  </a:lnTo>
                  <a:lnTo>
                    <a:pt x="9698" y="355019"/>
                  </a:lnTo>
                  <a:lnTo>
                    <a:pt x="762" y="355019"/>
                  </a:lnTo>
                  <a:lnTo>
                    <a:pt x="285" y="355781"/>
                  </a:lnTo>
                  <a:lnTo>
                    <a:pt x="0" y="356485"/>
                  </a:lnTo>
                  <a:close/>
                </a:path>
                <a:path w="715644" h="715645">
                  <a:moveTo>
                    <a:pt x="357568" y="4784"/>
                  </a:moveTo>
                  <a:lnTo>
                    <a:pt x="357568" y="0"/>
                  </a:lnTo>
                  <a:lnTo>
                    <a:pt x="358350" y="0"/>
                  </a:lnTo>
                  <a:lnTo>
                    <a:pt x="359378" y="308"/>
                  </a:lnTo>
                  <a:lnTo>
                    <a:pt x="360140" y="784"/>
                  </a:lnTo>
                  <a:lnTo>
                    <a:pt x="357568" y="4784"/>
                  </a:lnTo>
                  <a:close/>
                </a:path>
                <a:path w="715644" h="715645">
                  <a:moveTo>
                    <a:pt x="705611" y="355400"/>
                  </a:moveTo>
                  <a:lnTo>
                    <a:pt x="705552" y="355019"/>
                  </a:lnTo>
                  <a:lnTo>
                    <a:pt x="702434" y="310364"/>
                  </a:lnTo>
                  <a:lnTo>
                    <a:pt x="693179" y="265068"/>
                  </a:lnTo>
                  <a:lnTo>
                    <a:pt x="678260" y="222118"/>
                  </a:lnTo>
                  <a:lnTo>
                    <a:pt x="658092" y="181928"/>
                  </a:lnTo>
                  <a:lnTo>
                    <a:pt x="633091" y="144913"/>
                  </a:lnTo>
                  <a:lnTo>
                    <a:pt x="603670" y="111488"/>
                  </a:lnTo>
                  <a:lnTo>
                    <a:pt x="570245" y="82068"/>
                  </a:lnTo>
                  <a:lnTo>
                    <a:pt x="533230" y="57066"/>
                  </a:lnTo>
                  <a:lnTo>
                    <a:pt x="493040" y="36899"/>
                  </a:lnTo>
                  <a:lnTo>
                    <a:pt x="450090" y="21980"/>
                  </a:lnTo>
                  <a:lnTo>
                    <a:pt x="404794" y="12724"/>
                  </a:lnTo>
                  <a:lnTo>
                    <a:pt x="358421" y="9604"/>
                  </a:lnTo>
                  <a:lnTo>
                    <a:pt x="357568" y="9604"/>
                  </a:lnTo>
                  <a:lnTo>
                    <a:pt x="357568" y="4784"/>
                  </a:lnTo>
                  <a:lnTo>
                    <a:pt x="360140" y="784"/>
                  </a:lnTo>
                  <a:lnTo>
                    <a:pt x="359378" y="308"/>
                  </a:lnTo>
                  <a:lnTo>
                    <a:pt x="358619" y="0"/>
                  </a:lnTo>
                  <a:lnTo>
                    <a:pt x="358350" y="0"/>
                  </a:lnTo>
                  <a:lnTo>
                    <a:pt x="406082" y="3287"/>
                  </a:lnTo>
                  <a:lnTo>
                    <a:pt x="452261" y="12724"/>
                  </a:lnTo>
                  <a:lnTo>
                    <a:pt x="452407" y="12724"/>
                  </a:lnTo>
                  <a:lnTo>
                    <a:pt x="496739" y="28125"/>
                  </a:lnTo>
                  <a:lnTo>
                    <a:pt x="538028" y="48846"/>
                  </a:lnTo>
                  <a:lnTo>
                    <a:pt x="576056" y="74534"/>
                  </a:lnTo>
                  <a:lnTo>
                    <a:pt x="610397" y="104761"/>
                  </a:lnTo>
                  <a:lnTo>
                    <a:pt x="640625" y="139102"/>
                  </a:lnTo>
                  <a:lnTo>
                    <a:pt x="666312" y="177130"/>
                  </a:lnTo>
                  <a:lnTo>
                    <a:pt x="687033" y="218420"/>
                  </a:lnTo>
                  <a:lnTo>
                    <a:pt x="702362" y="262544"/>
                  </a:lnTo>
                  <a:lnTo>
                    <a:pt x="711872" y="309076"/>
                  </a:lnTo>
                  <a:lnTo>
                    <a:pt x="714822" y="352923"/>
                  </a:lnTo>
                  <a:lnTo>
                    <a:pt x="709231" y="352923"/>
                  </a:lnTo>
                  <a:lnTo>
                    <a:pt x="707135" y="353495"/>
                  </a:lnTo>
                  <a:lnTo>
                    <a:pt x="705611" y="355400"/>
                  </a:lnTo>
                  <a:close/>
                </a:path>
                <a:path w="715644" h="715645">
                  <a:moveTo>
                    <a:pt x="357568" y="9604"/>
                  </a:moveTo>
                  <a:lnTo>
                    <a:pt x="356902" y="9604"/>
                  </a:lnTo>
                  <a:lnTo>
                    <a:pt x="355758" y="9261"/>
                  </a:lnTo>
                  <a:lnTo>
                    <a:pt x="354996" y="8785"/>
                  </a:lnTo>
                  <a:lnTo>
                    <a:pt x="357568" y="4784"/>
                  </a:lnTo>
                  <a:lnTo>
                    <a:pt x="357568" y="9604"/>
                  </a:lnTo>
                  <a:close/>
                </a:path>
                <a:path w="715644" h="715645">
                  <a:moveTo>
                    <a:pt x="436715" y="705634"/>
                  </a:moveTo>
                  <a:lnTo>
                    <a:pt x="357568" y="705634"/>
                  </a:lnTo>
                  <a:lnTo>
                    <a:pt x="404794" y="702457"/>
                  </a:lnTo>
                  <a:lnTo>
                    <a:pt x="450090" y="693201"/>
                  </a:lnTo>
                  <a:lnTo>
                    <a:pt x="493040" y="678282"/>
                  </a:lnTo>
                  <a:lnTo>
                    <a:pt x="533230" y="658115"/>
                  </a:lnTo>
                  <a:lnTo>
                    <a:pt x="570245" y="633113"/>
                  </a:lnTo>
                  <a:lnTo>
                    <a:pt x="603670" y="603693"/>
                  </a:lnTo>
                  <a:lnTo>
                    <a:pt x="633091" y="570267"/>
                  </a:lnTo>
                  <a:lnTo>
                    <a:pt x="658092" y="533253"/>
                  </a:lnTo>
                  <a:lnTo>
                    <a:pt x="678260" y="493063"/>
                  </a:lnTo>
                  <a:lnTo>
                    <a:pt x="693179" y="450113"/>
                  </a:lnTo>
                  <a:lnTo>
                    <a:pt x="702434" y="404817"/>
                  </a:lnTo>
                  <a:lnTo>
                    <a:pt x="705298" y="362258"/>
                  </a:lnTo>
                  <a:lnTo>
                    <a:pt x="705336" y="361686"/>
                  </a:lnTo>
                  <a:lnTo>
                    <a:pt x="705438" y="360162"/>
                  </a:lnTo>
                  <a:lnTo>
                    <a:pt x="705490" y="359400"/>
                  </a:lnTo>
                  <a:lnTo>
                    <a:pt x="705611" y="355400"/>
                  </a:lnTo>
                  <a:lnTo>
                    <a:pt x="707135" y="353495"/>
                  </a:lnTo>
                  <a:lnTo>
                    <a:pt x="709231" y="352923"/>
                  </a:lnTo>
                  <a:lnTo>
                    <a:pt x="711517" y="362258"/>
                  </a:lnTo>
                  <a:lnTo>
                    <a:pt x="714822" y="362258"/>
                  </a:lnTo>
                  <a:lnTo>
                    <a:pt x="711958" y="404817"/>
                  </a:lnTo>
                  <a:lnTo>
                    <a:pt x="702362" y="452637"/>
                  </a:lnTo>
                  <a:lnTo>
                    <a:pt x="687033" y="496761"/>
                  </a:lnTo>
                  <a:lnTo>
                    <a:pt x="666312" y="538050"/>
                  </a:lnTo>
                  <a:lnTo>
                    <a:pt x="640625" y="576079"/>
                  </a:lnTo>
                  <a:lnTo>
                    <a:pt x="610397" y="610420"/>
                  </a:lnTo>
                  <a:lnTo>
                    <a:pt x="576056" y="640647"/>
                  </a:lnTo>
                  <a:lnTo>
                    <a:pt x="538028" y="666334"/>
                  </a:lnTo>
                  <a:lnTo>
                    <a:pt x="496739" y="687056"/>
                  </a:lnTo>
                  <a:lnTo>
                    <a:pt x="452407" y="702457"/>
                  </a:lnTo>
                  <a:lnTo>
                    <a:pt x="452261" y="702457"/>
                  </a:lnTo>
                  <a:lnTo>
                    <a:pt x="436715" y="705634"/>
                  </a:lnTo>
                  <a:close/>
                </a:path>
                <a:path w="715644" h="715645">
                  <a:moveTo>
                    <a:pt x="711517" y="362258"/>
                  </a:moveTo>
                  <a:lnTo>
                    <a:pt x="709231" y="352923"/>
                  </a:lnTo>
                  <a:lnTo>
                    <a:pt x="714822" y="352923"/>
                  </a:lnTo>
                  <a:lnTo>
                    <a:pt x="714948" y="358444"/>
                  </a:lnTo>
                  <a:lnTo>
                    <a:pt x="714976" y="359982"/>
                  </a:lnTo>
                  <a:lnTo>
                    <a:pt x="713612" y="361686"/>
                  </a:lnTo>
                  <a:lnTo>
                    <a:pt x="711517" y="362258"/>
                  </a:lnTo>
                  <a:close/>
                </a:path>
                <a:path w="715644" h="715645">
                  <a:moveTo>
                    <a:pt x="357569" y="715140"/>
                  </a:moveTo>
                  <a:lnTo>
                    <a:pt x="309054" y="711894"/>
                  </a:lnTo>
                  <a:lnTo>
                    <a:pt x="262875" y="702457"/>
                  </a:lnTo>
                  <a:lnTo>
                    <a:pt x="262729" y="702457"/>
                  </a:lnTo>
                  <a:lnTo>
                    <a:pt x="218397" y="687056"/>
                  </a:lnTo>
                  <a:lnTo>
                    <a:pt x="177108" y="666334"/>
                  </a:lnTo>
                  <a:lnTo>
                    <a:pt x="139080" y="640647"/>
                  </a:lnTo>
                  <a:lnTo>
                    <a:pt x="104739" y="610420"/>
                  </a:lnTo>
                  <a:lnTo>
                    <a:pt x="74511" y="576079"/>
                  </a:lnTo>
                  <a:lnTo>
                    <a:pt x="48824" y="538050"/>
                  </a:lnTo>
                  <a:lnTo>
                    <a:pt x="28103" y="496761"/>
                  </a:lnTo>
                  <a:lnTo>
                    <a:pt x="12774" y="452637"/>
                  </a:lnTo>
                  <a:lnTo>
                    <a:pt x="3264" y="406105"/>
                  </a:lnTo>
                  <a:lnTo>
                    <a:pt x="314" y="362258"/>
                  </a:lnTo>
                  <a:lnTo>
                    <a:pt x="285" y="355781"/>
                  </a:lnTo>
                  <a:lnTo>
                    <a:pt x="762" y="355019"/>
                  </a:lnTo>
                  <a:lnTo>
                    <a:pt x="8763" y="360162"/>
                  </a:lnTo>
                  <a:lnTo>
                    <a:pt x="9698" y="360162"/>
                  </a:lnTo>
                  <a:lnTo>
                    <a:pt x="12702" y="404817"/>
                  </a:lnTo>
                  <a:lnTo>
                    <a:pt x="21957" y="450113"/>
                  </a:lnTo>
                  <a:lnTo>
                    <a:pt x="36876" y="493063"/>
                  </a:lnTo>
                  <a:lnTo>
                    <a:pt x="57044" y="533253"/>
                  </a:lnTo>
                  <a:lnTo>
                    <a:pt x="82045" y="570267"/>
                  </a:lnTo>
                  <a:lnTo>
                    <a:pt x="111466" y="603693"/>
                  </a:lnTo>
                  <a:lnTo>
                    <a:pt x="144891" y="633113"/>
                  </a:lnTo>
                  <a:lnTo>
                    <a:pt x="181906" y="658115"/>
                  </a:lnTo>
                  <a:lnTo>
                    <a:pt x="222096" y="678282"/>
                  </a:lnTo>
                  <a:lnTo>
                    <a:pt x="265046" y="693201"/>
                  </a:lnTo>
                  <a:lnTo>
                    <a:pt x="310342" y="702457"/>
                  </a:lnTo>
                  <a:lnTo>
                    <a:pt x="357568" y="705634"/>
                  </a:lnTo>
                  <a:lnTo>
                    <a:pt x="436715" y="705634"/>
                  </a:lnTo>
                  <a:lnTo>
                    <a:pt x="413411" y="710396"/>
                  </a:lnTo>
                  <a:lnTo>
                    <a:pt x="357568" y="710396"/>
                  </a:lnTo>
                  <a:lnTo>
                    <a:pt x="357569" y="715140"/>
                  </a:lnTo>
                  <a:close/>
                </a:path>
                <a:path w="715644" h="715645">
                  <a:moveTo>
                    <a:pt x="8763" y="360162"/>
                  </a:moveTo>
                  <a:lnTo>
                    <a:pt x="762" y="355019"/>
                  </a:lnTo>
                  <a:lnTo>
                    <a:pt x="9698" y="355019"/>
                  </a:lnTo>
                  <a:lnTo>
                    <a:pt x="9584" y="357163"/>
                  </a:lnTo>
                  <a:lnTo>
                    <a:pt x="9526" y="358444"/>
                  </a:lnTo>
                  <a:lnTo>
                    <a:pt x="9239" y="359400"/>
                  </a:lnTo>
                  <a:lnTo>
                    <a:pt x="9001" y="359781"/>
                  </a:lnTo>
                  <a:lnTo>
                    <a:pt x="8875" y="359982"/>
                  </a:lnTo>
                  <a:lnTo>
                    <a:pt x="8763" y="360162"/>
                  </a:lnTo>
                  <a:close/>
                </a:path>
                <a:path w="715644" h="715645">
                  <a:moveTo>
                    <a:pt x="9698" y="360162"/>
                  </a:moveTo>
                  <a:lnTo>
                    <a:pt x="8763" y="360162"/>
                  </a:lnTo>
                  <a:lnTo>
                    <a:pt x="9239" y="359400"/>
                  </a:lnTo>
                  <a:lnTo>
                    <a:pt x="9582" y="358444"/>
                  </a:lnTo>
                  <a:lnTo>
                    <a:pt x="9698" y="360162"/>
                  </a:lnTo>
                  <a:close/>
                </a:path>
                <a:path w="715644" h="715645">
                  <a:moveTo>
                    <a:pt x="714976" y="359982"/>
                  </a:moveTo>
                  <a:lnTo>
                    <a:pt x="714989" y="359781"/>
                  </a:lnTo>
                  <a:lnTo>
                    <a:pt x="715136" y="359400"/>
                  </a:lnTo>
                  <a:lnTo>
                    <a:pt x="715136" y="359781"/>
                  </a:lnTo>
                  <a:lnTo>
                    <a:pt x="714976" y="359982"/>
                  </a:lnTo>
                  <a:close/>
                </a:path>
                <a:path w="715644" h="715645">
                  <a:moveTo>
                    <a:pt x="714822" y="362258"/>
                  </a:moveTo>
                  <a:lnTo>
                    <a:pt x="711517" y="362258"/>
                  </a:lnTo>
                  <a:lnTo>
                    <a:pt x="713612" y="361686"/>
                  </a:lnTo>
                  <a:lnTo>
                    <a:pt x="714976" y="359982"/>
                  </a:lnTo>
                  <a:lnTo>
                    <a:pt x="714861" y="361686"/>
                  </a:lnTo>
                  <a:lnTo>
                    <a:pt x="714822" y="362258"/>
                  </a:lnTo>
                  <a:close/>
                </a:path>
                <a:path w="715644" h="715645">
                  <a:moveTo>
                    <a:pt x="357853" y="715140"/>
                  </a:moveTo>
                  <a:lnTo>
                    <a:pt x="357569" y="715140"/>
                  </a:lnTo>
                  <a:lnTo>
                    <a:pt x="357568" y="710396"/>
                  </a:lnTo>
                  <a:lnTo>
                    <a:pt x="413411" y="710396"/>
                  </a:lnTo>
                  <a:lnTo>
                    <a:pt x="406082" y="711894"/>
                  </a:lnTo>
                  <a:lnTo>
                    <a:pt x="357853" y="715140"/>
                  </a:lnTo>
                  <a:close/>
                </a:path>
              </a:pathLst>
            </a:custGeom>
            <a:solidFill>
              <a:srgbClr val="b1d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97" name="object 20" descr=""/>
            <p:cNvPicPr/>
            <p:nvPr/>
          </p:nvPicPr>
          <p:blipFill>
            <a:blip r:embed="rId2"/>
            <a:stretch/>
          </p:blipFill>
          <p:spPr>
            <a:xfrm>
              <a:off x="1834200" y="7823520"/>
              <a:ext cx="329040" cy="367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928080" y="650520"/>
            <a:ext cx="6811560" cy="1731600"/>
          </a:xfrm>
          <a:prstGeom prst="rect">
            <a:avLst/>
          </a:prstGeom>
          <a:noFill/>
          <a:ln w="0">
            <a:noFill/>
          </a:ln>
        </p:spPr>
        <p:txBody>
          <a:bodyPr lIns="0" rIns="0" tIns="140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11"/>
              </a:spcBef>
              <a:buNone/>
            </a:pPr>
            <a:r>
              <a:rPr b="1" lang="en-IN" sz="4800" spc="-341" strike="noStrike">
                <a:solidFill>
                  <a:srgbClr val="000000"/>
                </a:solidFill>
                <a:latin typeface="Georgia"/>
              </a:rPr>
              <a:t>System</a:t>
            </a:r>
            <a:r>
              <a:rPr b="1" lang="en-IN" sz="4800" spc="-145" strike="noStrike">
                <a:solidFill>
                  <a:srgbClr val="000000"/>
                </a:solidFill>
                <a:latin typeface="Georgia"/>
              </a:rPr>
              <a:t> </a:t>
            </a:r>
            <a:r>
              <a:rPr b="1" lang="en-IN" sz="4800" spc="-296" strike="noStrike">
                <a:solidFill>
                  <a:srgbClr val="000000"/>
                </a:solidFill>
                <a:latin typeface="Georgia"/>
              </a:rPr>
              <a:t>Architecture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object 22"/>
          <p:cNvSpPr/>
          <p:nvPr/>
        </p:nvSpPr>
        <p:spPr>
          <a:xfrm>
            <a:off x="928080" y="1730520"/>
            <a:ext cx="9430920" cy="282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31000"/>
              </a:lnSpc>
              <a:spcBef>
                <a:spcPts val="96"/>
              </a:spcBef>
            </a:pPr>
            <a:r>
              <a:rPr b="0" lang="en-IN" sz="1800" spc="55" strike="noStrike">
                <a:solidFill>
                  <a:srgbClr val="262525"/>
                </a:solidFill>
                <a:latin typeface="Tahoma"/>
                <a:ea typeface="DejaVu Sans"/>
              </a:rPr>
              <a:t>HomeBite</a:t>
            </a:r>
            <a:r>
              <a:rPr b="0" lang="en-IN" sz="18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60" strike="noStrike">
                <a:solidFill>
                  <a:srgbClr val="262525"/>
                </a:solidFill>
                <a:latin typeface="Tahoma"/>
                <a:ea typeface="DejaVu Sans"/>
              </a:rPr>
              <a:t>follows</a:t>
            </a:r>
            <a:r>
              <a:rPr b="0" lang="en-IN" sz="180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262525"/>
                </a:solidFill>
                <a:latin typeface="Tahoma"/>
                <a:ea typeface="DejaVu Sans"/>
              </a:rPr>
              <a:t>a</a:t>
            </a:r>
            <a:r>
              <a:rPr b="0" lang="en-IN" sz="180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9" strike="noStrike">
                <a:solidFill>
                  <a:srgbClr val="262525"/>
                </a:solidFill>
                <a:latin typeface="Tahoma"/>
                <a:ea typeface="DejaVu Sans"/>
              </a:rPr>
              <a:t>three-</a:t>
            </a:r>
            <a:r>
              <a:rPr b="0" lang="en-IN" sz="1800" spc="-1" strike="noStrike">
                <a:solidFill>
                  <a:srgbClr val="262525"/>
                </a:solidFill>
                <a:latin typeface="Tahoma"/>
                <a:ea typeface="DejaVu Sans"/>
              </a:rPr>
              <a:t>tier</a:t>
            </a:r>
            <a:r>
              <a:rPr b="0" lang="en-IN" sz="180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6" strike="noStrike">
                <a:solidFill>
                  <a:srgbClr val="262525"/>
                </a:solidFill>
                <a:latin typeface="Tahoma"/>
                <a:ea typeface="DejaVu Sans"/>
              </a:rPr>
              <a:t>architecture</a:t>
            </a:r>
            <a:r>
              <a:rPr b="0" lang="en-IN" sz="180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6" strike="noStrike">
                <a:solidFill>
                  <a:srgbClr val="262525"/>
                </a:solidFill>
                <a:latin typeface="Tahoma"/>
                <a:ea typeface="DejaVu Sans"/>
              </a:rPr>
              <a:t>design,</a:t>
            </a:r>
            <a:r>
              <a:rPr b="0" lang="en-IN" sz="18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6" strike="noStrike">
                <a:solidFill>
                  <a:srgbClr val="262525"/>
                </a:solidFill>
                <a:latin typeface="Tahoma"/>
                <a:ea typeface="DejaVu Sans"/>
              </a:rPr>
              <a:t>ensuring</a:t>
            </a:r>
            <a:r>
              <a:rPr b="0" lang="en-IN" sz="180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1" strike="noStrike">
                <a:solidFill>
                  <a:srgbClr val="262525"/>
                </a:solidFill>
                <a:latin typeface="Tahoma"/>
                <a:ea typeface="DejaVu Sans"/>
              </a:rPr>
              <a:t>separation</a:t>
            </a:r>
            <a:r>
              <a:rPr b="0" lang="en-IN" sz="180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69" strike="noStrike">
                <a:solidFill>
                  <a:srgbClr val="262525"/>
                </a:solidFill>
                <a:latin typeface="Tahoma"/>
                <a:ea typeface="DejaVu Sans"/>
              </a:rPr>
              <a:t>of</a:t>
            </a:r>
            <a:r>
              <a:rPr b="0" lang="en-IN" sz="180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60" strike="noStrike">
                <a:solidFill>
                  <a:srgbClr val="262525"/>
                </a:solidFill>
                <a:latin typeface="Tahoma"/>
                <a:ea typeface="DejaVu Sans"/>
              </a:rPr>
              <a:t>concerns, </a:t>
            </a:r>
            <a:r>
              <a:rPr b="0" lang="en-IN" sz="1800" spc="-1" strike="noStrike">
                <a:solidFill>
                  <a:srgbClr val="262525"/>
                </a:solidFill>
                <a:latin typeface="Tahoma"/>
                <a:ea typeface="DejaVu Sans"/>
              </a:rPr>
              <a:t>maintainability,</a:t>
            </a:r>
            <a:r>
              <a:rPr b="0" lang="en-IN" sz="1800" spc="10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9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800" spc="10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-12" strike="noStrike">
                <a:solidFill>
                  <a:srgbClr val="262525"/>
                </a:solidFill>
                <a:latin typeface="Tahoma"/>
                <a:ea typeface="DejaVu Sans"/>
              </a:rPr>
              <a:t>scalability.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25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941040">
              <a:lnSpc>
                <a:spcPct val="100000"/>
              </a:lnSpc>
            </a:pPr>
            <a:r>
              <a:rPr b="1" lang="en-IN" sz="2350" spc="-145" strike="noStrike">
                <a:solidFill>
                  <a:srgbClr val="262525"/>
                </a:solidFill>
                <a:latin typeface="Georgia"/>
                <a:ea typeface="DejaVu Sans"/>
              </a:rPr>
              <a:t>Presentation</a:t>
            </a:r>
            <a:r>
              <a:rPr b="1" lang="en-IN" sz="2350" spc="-66" strike="noStrike">
                <a:solidFill>
                  <a:srgbClr val="262525"/>
                </a:solidFill>
                <a:latin typeface="Georgia"/>
                <a:ea typeface="DejaVu Sans"/>
              </a:rPr>
              <a:t> </a:t>
            </a:r>
            <a:r>
              <a:rPr b="1" lang="en-IN" sz="2350" spc="-21" strike="noStrike">
                <a:solidFill>
                  <a:srgbClr val="262525"/>
                </a:solidFill>
                <a:latin typeface="Georgia"/>
                <a:ea typeface="DejaVu Sans"/>
              </a:rPr>
              <a:t>Layer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  <a:p>
            <a:pPr marL="941040">
              <a:lnSpc>
                <a:spcPct val="131000"/>
              </a:lnSpc>
              <a:spcBef>
                <a:spcPts val="706"/>
              </a:spcBef>
            </a:pPr>
            <a:r>
              <a:rPr b="0" lang="en-IN" sz="1800" spc="60" strike="noStrike">
                <a:solidFill>
                  <a:srgbClr val="262525"/>
                </a:solidFill>
                <a:latin typeface="Tahoma"/>
                <a:ea typeface="DejaVu Sans"/>
              </a:rPr>
              <a:t>React</a:t>
            </a:r>
            <a:r>
              <a:rPr b="0" lang="en-IN" sz="1800" spc="-1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9" strike="noStrike">
                <a:solidFill>
                  <a:srgbClr val="262525"/>
                </a:solidFill>
                <a:latin typeface="Tahoma"/>
                <a:ea typeface="DejaVu Sans"/>
              </a:rPr>
              <a:t>Native</a:t>
            </a:r>
            <a:r>
              <a:rPr b="0" lang="en-IN" sz="1800" spc="-1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6" strike="noStrike">
                <a:solidFill>
                  <a:srgbClr val="262525"/>
                </a:solidFill>
                <a:latin typeface="Tahoma"/>
                <a:ea typeface="DejaVu Sans"/>
              </a:rPr>
              <a:t>mobile</a:t>
            </a:r>
            <a:r>
              <a:rPr b="0" lang="en-IN" sz="18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6" strike="noStrike">
                <a:solidFill>
                  <a:srgbClr val="262525"/>
                </a:solidFill>
                <a:latin typeface="Tahoma"/>
                <a:ea typeface="DejaVu Sans"/>
              </a:rPr>
              <a:t>application</a:t>
            </a:r>
            <a:r>
              <a:rPr b="0" lang="en-IN" sz="1800" spc="-1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6" strike="noStrike">
                <a:solidFill>
                  <a:srgbClr val="262525"/>
                </a:solidFill>
                <a:latin typeface="Tahoma"/>
                <a:ea typeface="DejaVu Sans"/>
              </a:rPr>
              <a:t>providing</a:t>
            </a:r>
            <a:r>
              <a:rPr b="0" lang="en-IN" sz="1800" spc="-1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60" strike="noStrike">
                <a:solidFill>
                  <a:srgbClr val="262525"/>
                </a:solidFill>
                <a:latin typeface="Tahoma"/>
                <a:ea typeface="DejaVu Sans"/>
              </a:rPr>
              <a:t>role-</a:t>
            </a:r>
            <a:r>
              <a:rPr b="0" lang="en-IN" sz="1800" spc="75" strike="noStrike">
                <a:solidFill>
                  <a:srgbClr val="262525"/>
                </a:solidFill>
                <a:latin typeface="Tahoma"/>
                <a:ea typeface="DejaVu Sans"/>
              </a:rPr>
              <a:t>based</a:t>
            </a:r>
            <a:r>
              <a:rPr b="0" lang="en-IN" sz="18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262525"/>
                </a:solidFill>
                <a:latin typeface="Tahoma"/>
                <a:ea typeface="DejaVu Sans"/>
              </a:rPr>
              <a:t>navigation</a:t>
            </a:r>
            <a:r>
              <a:rPr b="0" lang="en-IN" sz="1800" spc="-1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6" strike="noStrike">
                <a:solidFill>
                  <a:srgbClr val="262525"/>
                </a:solidFill>
                <a:latin typeface="Tahoma"/>
                <a:ea typeface="DejaVu Sans"/>
              </a:rPr>
              <a:t>for</a:t>
            </a:r>
            <a:r>
              <a:rPr b="0" lang="en-IN" sz="1800" spc="-1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6" strike="noStrike">
                <a:solidFill>
                  <a:srgbClr val="262525"/>
                </a:solidFill>
                <a:latin typeface="Tahoma"/>
                <a:ea typeface="DejaVu Sans"/>
              </a:rPr>
              <a:t>Customers, </a:t>
            </a:r>
            <a:r>
              <a:rPr b="0" lang="en-IN" sz="1800" spc="55" strike="noStrike">
                <a:solidFill>
                  <a:srgbClr val="262525"/>
                </a:solidFill>
                <a:latin typeface="Tahoma"/>
                <a:ea typeface="DejaVu Sans"/>
              </a:rPr>
              <a:t>Vendors,</a:t>
            </a:r>
            <a:r>
              <a:rPr b="0" lang="en-IN" sz="1800" spc="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9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800" spc="7" strike="noStrike">
                <a:solidFill>
                  <a:srgbClr val="262525"/>
                </a:solidFill>
                <a:latin typeface="Tahoma"/>
                <a:ea typeface="DejaVu Sans"/>
              </a:rPr>
              <a:t> Administrators. </a:t>
            </a:r>
            <a:r>
              <a:rPr b="0" lang="en-IN" sz="1800" spc="75" strike="noStrike">
                <a:solidFill>
                  <a:srgbClr val="262525"/>
                </a:solidFill>
                <a:latin typeface="Tahoma"/>
                <a:ea typeface="DejaVu Sans"/>
              </a:rPr>
              <a:t>Clean</a:t>
            </a:r>
            <a:r>
              <a:rPr b="0" lang="en-IN" sz="1800" spc="7" strike="noStrike">
                <a:solidFill>
                  <a:srgbClr val="262525"/>
                </a:solidFill>
                <a:latin typeface="Tahoma"/>
                <a:ea typeface="DejaVu Sans"/>
              </a:rPr>
              <a:t> UI/UX </a:t>
            </a:r>
            <a:r>
              <a:rPr b="0" lang="en-IN" sz="1800" spc="66" strike="noStrike">
                <a:solidFill>
                  <a:srgbClr val="262525"/>
                </a:solidFill>
                <a:latin typeface="Tahoma"/>
                <a:ea typeface="DejaVu Sans"/>
              </a:rPr>
              <a:t>design</a:t>
            </a:r>
            <a:r>
              <a:rPr b="0" lang="en-IN" sz="1800" spc="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92" strike="noStrike">
                <a:solidFill>
                  <a:srgbClr val="262525"/>
                </a:solidFill>
                <a:latin typeface="Tahoma"/>
                <a:ea typeface="DejaVu Sans"/>
              </a:rPr>
              <a:t>focused</a:t>
            </a:r>
            <a:r>
              <a:rPr b="0" lang="en-IN" sz="1800" spc="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60" strike="noStrike">
                <a:solidFill>
                  <a:srgbClr val="262525"/>
                </a:solidFill>
                <a:latin typeface="Tahoma"/>
                <a:ea typeface="DejaVu Sans"/>
              </a:rPr>
              <a:t>on</a:t>
            </a:r>
            <a:r>
              <a:rPr b="0" lang="en-IN" sz="1800" spc="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-12" strike="noStrike">
                <a:solidFill>
                  <a:srgbClr val="262525"/>
                </a:solidFill>
                <a:latin typeface="Tahoma"/>
                <a:ea typeface="DejaVu Sans"/>
              </a:rPr>
              <a:t>usability.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object 23"/>
          <p:cNvSpPr/>
          <p:nvPr/>
        </p:nvSpPr>
        <p:spPr>
          <a:xfrm>
            <a:off x="2209320" y="5331240"/>
            <a:ext cx="7969680" cy="15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b="1" lang="en-IN" sz="2350" spc="-126" strike="noStrike">
                <a:solidFill>
                  <a:srgbClr val="262525"/>
                </a:solidFill>
                <a:latin typeface="Georgia"/>
                <a:ea typeface="DejaVu Sans"/>
              </a:rPr>
              <a:t>Application</a:t>
            </a:r>
            <a:r>
              <a:rPr b="1" lang="en-IN" sz="2350" spc="-46" strike="noStrike">
                <a:solidFill>
                  <a:srgbClr val="262525"/>
                </a:solidFill>
                <a:latin typeface="Georgia"/>
                <a:ea typeface="DejaVu Sans"/>
              </a:rPr>
              <a:t> </a:t>
            </a:r>
            <a:r>
              <a:rPr b="1" lang="en-IN" sz="2350" spc="-21" strike="noStrike">
                <a:solidFill>
                  <a:srgbClr val="262525"/>
                </a:solidFill>
                <a:latin typeface="Georgia"/>
                <a:ea typeface="DejaVu Sans"/>
              </a:rPr>
              <a:t>Layer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1000"/>
              </a:lnSpc>
              <a:spcBef>
                <a:spcPts val="706"/>
              </a:spcBef>
            </a:pPr>
            <a:r>
              <a:rPr b="0" lang="en-IN" sz="1800" spc="46" strike="noStrike">
                <a:solidFill>
                  <a:srgbClr val="262525"/>
                </a:solidFill>
                <a:latin typeface="Tahoma"/>
                <a:ea typeface="DejaVu Sans"/>
              </a:rPr>
              <a:t>Node.js</a:t>
            </a:r>
            <a:r>
              <a:rPr b="0" lang="en-IN" sz="1800" spc="-1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-140" strike="noStrike">
                <a:solidFill>
                  <a:srgbClr val="262525"/>
                </a:solidFill>
                <a:latin typeface="Tahoma"/>
                <a:ea typeface="DejaVu Sans"/>
              </a:rPr>
              <a:t>+</a:t>
            </a:r>
            <a:r>
              <a:rPr b="0" lang="en-IN" sz="18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69" strike="noStrike">
                <a:solidFill>
                  <a:srgbClr val="262525"/>
                </a:solidFill>
                <a:latin typeface="Tahoma"/>
                <a:ea typeface="DejaVu Sans"/>
              </a:rPr>
              <a:t>Express</a:t>
            </a:r>
            <a:r>
              <a:rPr b="0" lang="en-IN" sz="18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80" strike="noStrike">
                <a:solidFill>
                  <a:srgbClr val="262525"/>
                </a:solidFill>
                <a:latin typeface="Tahoma"/>
                <a:ea typeface="DejaVu Sans"/>
              </a:rPr>
              <a:t>REST</a:t>
            </a:r>
            <a:r>
              <a:rPr b="0" lang="en-IN" sz="1800" spc="-1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262525"/>
                </a:solidFill>
                <a:latin typeface="Tahoma"/>
                <a:ea typeface="DejaVu Sans"/>
              </a:rPr>
              <a:t>API</a:t>
            </a:r>
            <a:r>
              <a:rPr b="0" lang="en-IN" sz="18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8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66" strike="noStrike">
                <a:solidFill>
                  <a:srgbClr val="262525"/>
                </a:solidFill>
                <a:latin typeface="Tahoma"/>
                <a:ea typeface="DejaVu Sans"/>
              </a:rPr>
              <a:t>comprehensive</a:t>
            </a:r>
            <a:r>
              <a:rPr b="0" lang="en-IN" sz="1800" spc="-1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6" strike="noStrike">
                <a:solidFill>
                  <a:srgbClr val="262525"/>
                </a:solidFill>
                <a:latin typeface="Tahoma"/>
                <a:ea typeface="DejaVu Sans"/>
              </a:rPr>
              <a:t>middleware</a:t>
            </a:r>
            <a:r>
              <a:rPr b="0" lang="en-IN" sz="18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262525"/>
                </a:solidFill>
                <a:latin typeface="Tahoma"/>
                <a:ea typeface="DejaVu Sans"/>
              </a:rPr>
              <a:t>stack:</a:t>
            </a:r>
            <a:r>
              <a:rPr b="0" lang="en-IN" sz="180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140" strike="noStrike">
                <a:solidFill>
                  <a:srgbClr val="262525"/>
                </a:solidFill>
                <a:latin typeface="Tahoma"/>
                <a:ea typeface="DejaVu Sans"/>
              </a:rPr>
              <a:t>JWT </a:t>
            </a:r>
            <a:r>
              <a:rPr b="0" lang="en-IN" sz="1800" spc="-1" strike="noStrike">
                <a:solidFill>
                  <a:srgbClr val="262525"/>
                </a:solidFill>
                <a:latin typeface="Tahoma"/>
                <a:ea typeface="DejaVu Sans"/>
              </a:rPr>
              <a:t>authentication,</a:t>
            </a:r>
            <a:r>
              <a:rPr b="0" lang="en-IN" sz="180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60" strike="noStrike">
                <a:solidFill>
                  <a:srgbClr val="262525"/>
                </a:solidFill>
                <a:latin typeface="Tahoma"/>
                <a:ea typeface="DejaVu Sans"/>
              </a:rPr>
              <a:t>role-</a:t>
            </a:r>
            <a:r>
              <a:rPr b="0" lang="en-IN" sz="1800" spc="75" strike="noStrike">
                <a:solidFill>
                  <a:srgbClr val="262525"/>
                </a:solidFill>
                <a:latin typeface="Tahoma"/>
                <a:ea typeface="DejaVu Sans"/>
              </a:rPr>
              <a:t>based</a:t>
            </a:r>
            <a:r>
              <a:rPr b="0" lang="en-IN" sz="1800" spc="8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114" strike="noStrike">
                <a:solidFill>
                  <a:srgbClr val="262525"/>
                </a:solidFill>
                <a:latin typeface="Tahoma"/>
                <a:ea typeface="DejaVu Sans"/>
              </a:rPr>
              <a:t>access</a:t>
            </a:r>
            <a:r>
              <a:rPr b="0" lang="en-IN" sz="180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262525"/>
                </a:solidFill>
                <a:latin typeface="Tahoma"/>
                <a:ea typeface="DejaVu Sans"/>
              </a:rPr>
              <a:t>control,</a:t>
            </a:r>
            <a:r>
              <a:rPr b="0" lang="en-IN" sz="1800" spc="8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9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80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9" strike="noStrike">
                <a:solidFill>
                  <a:srgbClr val="262525"/>
                </a:solidFill>
                <a:latin typeface="Tahoma"/>
                <a:ea typeface="DejaVu Sans"/>
              </a:rPr>
              <a:t>request</a:t>
            </a:r>
            <a:r>
              <a:rPr b="0" lang="en-IN" sz="1800" spc="8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262525"/>
                </a:solidFill>
                <a:latin typeface="Tahoma"/>
                <a:ea typeface="DejaVu Sans"/>
              </a:rPr>
              <a:t>validation</a:t>
            </a:r>
            <a:r>
              <a:rPr b="0" lang="en-IN" sz="1800" spc="8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55" strike="noStrike">
                <a:solidFill>
                  <a:srgbClr val="262525"/>
                </a:solidFill>
                <a:latin typeface="Tahoma"/>
                <a:ea typeface="DejaVu Sans"/>
              </a:rPr>
              <a:t>using</a:t>
            </a:r>
            <a:r>
              <a:rPr b="0" lang="en-IN" sz="180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86" strike="noStrike">
                <a:solidFill>
                  <a:srgbClr val="262525"/>
                </a:solidFill>
                <a:latin typeface="Tahoma"/>
                <a:ea typeface="DejaVu Sans"/>
              </a:rPr>
              <a:t>Joi </a:t>
            </a:r>
            <a:r>
              <a:rPr b="0" lang="en-IN" sz="1800" spc="80" strike="noStrike">
                <a:solidFill>
                  <a:srgbClr val="262525"/>
                </a:solidFill>
                <a:latin typeface="Tahoma"/>
                <a:ea typeface="DejaVu Sans"/>
              </a:rPr>
              <a:t>schema</a:t>
            </a:r>
            <a:r>
              <a:rPr b="0" lang="en-IN" sz="1800" spc="-6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-12" strike="noStrike">
                <a:solidFill>
                  <a:srgbClr val="262525"/>
                </a:solidFill>
                <a:latin typeface="Tahoma"/>
                <a:ea typeface="DejaVu Sans"/>
              </a:rPr>
              <a:t>validation.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object 24"/>
          <p:cNvSpPr/>
          <p:nvPr/>
        </p:nvSpPr>
        <p:spPr>
          <a:xfrm>
            <a:off x="2562480" y="7644600"/>
            <a:ext cx="7864560" cy="154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584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b="1" lang="en-IN" sz="2350" spc="-182" strike="noStrike">
                <a:solidFill>
                  <a:srgbClr val="262525"/>
                </a:solidFill>
                <a:latin typeface="Georgia"/>
                <a:ea typeface="DejaVu Sans"/>
              </a:rPr>
              <a:t>Data</a:t>
            </a:r>
            <a:r>
              <a:rPr b="1" lang="en-IN" sz="2350" spc="-55" strike="noStrike">
                <a:solidFill>
                  <a:srgbClr val="262525"/>
                </a:solidFill>
                <a:latin typeface="Georgia"/>
                <a:ea typeface="DejaVu Sans"/>
              </a:rPr>
              <a:t> </a:t>
            </a:r>
            <a:r>
              <a:rPr b="1" lang="en-IN" sz="2350" spc="-21" strike="noStrike">
                <a:solidFill>
                  <a:srgbClr val="262525"/>
                </a:solidFill>
                <a:latin typeface="Georgia"/>
                <a:ea typeface="DejaVu Sans"/>
              </a:rPr>
              <a:t>Layer</a:t>
            </a:r>
            <a:endParaRPr b="0" lang="en-US" sz="23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1000"/>
              </a:lnSpc>
              <a:spcBef>
                <a:spcPts val="706"/>
              </a:spcBef>
            </a:pPr>
            <a:r>
              <a:rPr b="0" lang="en-IN" sz="1800" spc="126" strike="noStrike">
                <a:solidFill>
                  <a:srgbClr val="262525"/>
                </a:solidFill>
                <a:latin typeface="Tahoma"/>
                <a:ea typeface="DejaVu Sans"/>
              </a:rPr>
              <a:t>MySQL</a:t>
            </a:r>
            <a:r>
              <a:rPr b="0" lang="en-IN" sz="18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55" strike="noStrike">
                <a:solidFill>
                  <a:srgbClr val="262525"/>
                </a:solidFill>
                <a:latin typeface="Tahoma"/>
                <a:ea typeface="DejaVu Sans"/>
              </a:rPr>
              <a:t>database</a:t>
            </a:r>
            <a:r>
              <a:rPr b="0" lang="en-IN" sz="18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55" strike="noStrike">
                <a:solidFill>
                  <a:srgbClr val="262525"/>
                </a:solidFill>
                <a:latin typeface="Tahoma"/>
                <a:ea typeface="DejaVu Sans"/>
              </a:rPr>
              <a:t>managed</a:t>
            </a:r>
            <a:r>
              <a:rPr b="0" lang="en-IN" sz="18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55" strike="noStrike">
                <a:solidFill>
                  <a:srgbClr val="262525"/>
                </a:solidFill>
                <a:latin typeface="Tahoma"/>
                <a:ea typeface="DejaVu Sans"/>
              </a:rPr>
              <a:t>using</a:t>
            </a:r>
            <a:r>
              <a:rPr b="0" lang="en-IN" sz="18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55" strike="noStrike">
                <a:solidFill>
                  <a:srgbClr val="262525"/>
                </a:solidFill>
                <a:latin typeface="Tahoma"/>
                <a:ea typeface="DejaVu Sans"/>
              </a:rPr>
              <a:t>Prisma</a:t>
            </a:r>
            <a:r>
              <a:rPr b="0" lang="en-IN" sz="18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109" strike="noStrike">
                <a:solidFill>
                  <a:srgbClr val="262525"/>
                </a:solidFill>
                <a:latin typeface="Tahoma"/>
                <a:ea typeface="DejaVu Sans"/>
              </a:rPr>
              <a:t>ORM</a:t>
            </a:r>
            <a:r>
              <a:rPr b="0" lang="en-IN" sz="18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8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69" strike="noStrike">
                <a:solidFill>
                  <a:srgbClr val="262525"/>
                </a:solidFill>
                <a:latin typeface="Tahoma"/>
                <a:ea typeface="DejaVu Sans"/>
              </a:rPr>
              <a:t>type-safe</a:t>
            </a:r>
            <a:r>
              <a:rPr b="0" lang="en-IN" sz="18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55" strike="noStrike">
                <a:solidFill>
                  <a:srgbClr val="262525"/>
                </a:solidFill>
                <a:latin typeface="Tahoma"/>
                <a:ea typeface="DejaVu Sans"/>
              </a:rPr>
              <a:t>queries</a:t>
            </a:r>
            <a:r>
              <a:rPr b="0" lang="en-IN" sz="18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26" strike="noStrike">
                <a:solidFill>
                  <a:srgbClr val="262525"/>
                </a:solidFill>
                <a:latin typeface="Tahoma"/>
                <a:ea typeface="DejaVu Sans"/>
              </a:rPr>
              <a:t>and </a:t>
            </a:r>
            <a:r>
              <a:rPr b="0" lang="en-IN" sz="1800" spc="-1" strike="noStrike">
                <a:solidFill>
                  <a:srgbClr val="262525"/>
                </a:solidFill>
                <a:latin typeface="Tahoma"/>
                <a:ea typeface="DejaVu Sans"/>
              </a:rPr>
              <a:t>automatic</a:t>
            </a:r>
            <a:r>
              <a:rPr b="0" lang="en-IN" sz="1800" spc="9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80" strike="noStrike">
                <a:solidFill>
                  <a:srgbClr val="262525"/>
                </a:solidFill>
                <a:latin typeface="Tahoma"/>
                <a:ea typeface="DejaVu Sans"/>
              </a:rPr>
              <a:t>schema</a:t>
            </a:r>
            <a:r>
              <a:rPr b="0" lang="en-IN" sz="1800" spc="9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6" strike="noStrike">
                <a:solidFill>
                  <a:srgbClr val="262525"/>
                </a:solidFill>
                <a:latin typeface="Tahoma"/>
                <a:ea typeface="DejaVu Sans"/>
              </a:rPr>
              <a:t>synchronization.</a:t>
            </a:r>
            <a:r>
              <a:rPr b="0" lang="en-IN" sz="1800" spc="9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80" strike="noStrike">
                <a:solidFill>
                  <a:srgbClr val="262525"/>
                </a:solidFill>
                <a:latin typeface="Tahoma"/>
                <a:ea typeface="DejaVu Sans"/>
              </a:rPr>
              <a:t>Backend</a:t>
            </a:r>
            <a:r>
              <a:rPr b="0" lang="en-IN" sz="1800" spc="94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-1" strike="noStrike">
                <a:solidFill>
                  <a:srgbClr val="262525"/>
                </a:solidFill>
                <a:latin typeface="Tahoma"/>
                <a:ea typeface="DejaVu Sans"/>
              </a:rPr>
              <a:t>maintains</a:t>
            </a:r>
            <a:r>
              <a:rPr b="0" lang="en-IN" sz="1800" spc="9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1" strike="noStrike">
                <a:solidFill>
                  <a:srgbClr val="262525"/>
                </a:solidFill>
                <a:latin typeface="Tahoma"/>
                <a:ea typeface="DejaVu Sans"/>
              </a:rPr>
              <a:t>stateless </a:t>
            </a:r>
            <a:r>
              <a:rPr b="0" lang="en-IN" sz="1800" spc="46" strike="noStrike">
                <a:solidFill>
                  <a:srgbClr val="262525"/>
                </a:solidFill>
                <a:latin typeface="Tahoma"/>
                <a:ea typeface="DejaVu Sans"/>
              </a:rPr>
              <a:t>architecture</a:t>
            </a:r>
            <a:r>
              <a:rPr b="0" lang="en-IN" sz="18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1" strike="noStrike">
                <a:solidFill>
                  <a:srgbClr val="262525"/>
                </a:solidFill>
                <a:latin typeface="Tahoma"/>
                <a:ea typeface="DejaVu Sans"/>
              </a:rPr>
              <a:t>enabling</a:t>
            </a:r>
            <a:r>
              <a:rPr b="0" lang="en-IN" sz="18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41" strike="noStrike">
                <a:solidFill>
                  <a:srgbClr val="262525"/>
                </a:solidFill>
                <a:latin typeface="Tahoma"/>
                <a:ea typeface="DejaVu Sans"/>
              </a:rPr>
              <a:t>horizontal</a:t>
            </a:r>
            <a:r>
              <a:rPr b="0" lang="en-IN" sz="18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00" spc="35" strike="noStrike">
                <a:solidFill>
                  <a:srgbClr val="262525"/>
                </a:solidFill>
                <a:latin typeface="Tahoma"/>
                <a:ea typeface="DejaVu Sans"/>
              </a:rPr>
              <a:t>scaling.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1733400"/>
          </a:xfrm>
          <a:prstGeom prst="rect">
            <a:avLst/>
          </a:prstGeom>
          <a:noFill/>
          <a:ln w="0">
            <a:noFill/>
          </a:ln>
        </p:spPr>
        <p:txBody>
          <a:bodyPr lIns="0" rIns="0" tIns="158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25"/>
              </a:spcBef>
              <a:buNone/>
            </a:pPr>
            <a:r>
              <a:rPr b="1" lang="en-IN" sz="5100" spc="-372" strike="noStrike">
                <a:solidFill>
                  <a:srgbClr val="000000"/>
                </a:solidFill>
                <a:latin typeface="Georgia"/>
              </a:rPr>
              <a:t>Core</a:t>
            </a:r>
            <a:r>
              <a:rPr b="1" lang="en-IN" sz="5100" spc="-160" strike="noStrike">
                <a:solidFill>
                  <a:srgbClr val="000000"/>
                </a:solidFill>
                <a:latin typeface="Georgia"/>
              </a:rPr>
              <a:t> </a:t>
            </a:r>
            <a:r>
              <a:rPr b="1" lang="en-IN" sz="5100" spc="-350" strike="noStrike">
                <a:solidFill>
                  <a:srgbClr val="000000"/>
                </a:solidFill>
                <a:latin typeface="Georgia"/>
              </a:rPr>
              <a:t>Modules</a:t>
            </a:r>
            <a:endParaRPr b="0" lang="en-US" sz="51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3" name="object 3"/>
          <p:cNvGrpSpPr/>
          <p:nvPr/>
        </p:nvGrpSpPr>
        <p:grpSpPr>
          <a:xfrm>
            <a:off x="989280" y="2208960"/>
            <a:ext cx="495360" cy="445680"/>
            <a:chOff x="989280" y="2208960"/>
            <a:chExt cx="495360" cy="445680"/>
          </a:xfrm>
        </p:grpSpPr>
        <p:pic>
          <p:nvPicPr>
            <p:cNvPr id="404" name="object 4" descr=""/>
            <p:cNvPicPr/>
            <p:nvPr/>
          </p:nvPicPr>
          <p:blipFill>
            <a:blip r:embed="rId1"/>
            <a:stretch/>
          </p:blipFill>
          <p:spPr>
            <a:xfrm>
              <a:off x="1123920" y="2431080"/>
              <a:ext cx="161280" cy="199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05" name="object 5" descr=""/>
            <p:cNvPicPr/>
            <p:nvPr/>
          </p:nvPicPr>
          <p:blipFill>
            <a:blip r:embed="rId2"/>
            <a:stretch/>
          </p:blipFill>
          <p:spPr>
            <a:xfrm>
              <a:off x="989280" y="2448000"/>
              <a:ext cx="95760" cy="182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06" name="object 6"/>
            <p:cNvSpPr/>
            <p:nvPr/>
          </p:nvSpPr>
          <p:spPr>
            <a:xfrm>
              <a:off x="1023840" y="2208960"/>
              <a:ext cx="460800" cy="445680"/>
            </a:xfrm>
            <a:custGeom>
              <a:avLst/>
              <a:gdLst>
                <a:gd name="textAreaLeft" fmla="*/ 0 w 460800"/>
                <a:gd name="textAreaRight" fmla="*/ 461160 w 460800"/>
                <a:gd name="textAreaTop" fmla="*/ 0 h 445680"/>
                <a:gd name="textAreaBottom" fmla="*/ 446040 h 445680"/>
              </a:gdLst>
              <a:ahLst/>
              <a:rect l="textAreaLeft" t="textAreaTop" r="textAreaRight" b="textAreaBottom"/>
              <a:pathLst>
                <a:path w="461644" h="446405">
                  <a:moveTo>
                    <a:pt x="266439" y="696"/>
                  </a:moveTo>
                  <a:lnTo>
                    <a:pt x="460721" y="0"/>
                  </a:lnTo>
                </a:path>
                <a:path w="461644" h="446405">
                  <a:moveTo>
                    <a:pt x="461224" y="445822"/>
                  </a:moveTo>
                  <a:lnTo>
                    <a:pt x="460721" y="0"/>
                  </a:lnTo>
                </a:path>
                <a:path w="461644" h="446405">
                  <a:moveTo>
                    <a:pt x="300912" y="446255"/>
                  </a:moveTo>
                  <a:lnTo>
                    <a:pt x="461224" y="445822"/>
                  </a:lnTo>
                </a:path>
                <a:path w="461644" h="446405">
                  <a:moveTo>
                    <a:pt x="203199" y="133560"/>
                  </a:moveTo>
                  <a:lnTo>
                    <a:pt x="203199" y="139668"/>
                  </a:lnTo>
                  <a:lnTo>
                    <a:pt x="202603" y="145717"/>
                  </a:lnTo>
                  <a:lnTo>
                    <a:pt x="201409" y="151708"/>
                  </a:lnTo>
                  <a:lnTo>
                    <a:pt x="200216" y="157699"/>
                  </a:lnTo>
                  <a:lnTo>
                    <a:pt x="198450" y="163516"/>
                  </a:lnTo>
                  <a:lnTo>
                    <a:pt x="196109" y="169159"/>
                  </a:lnTo>
                  <a:lnTo>
                    <a:pt x="193769" y="174802"/>
                  </a:lnTo>
                  <a:lnTo>
                    <a:pt x="190900" y="180163"/>
                  </a:lnTo>
                  <a:lnTo>
                    <a:pt x="187503" y="185242"/>
                  </a:lnTo>
                  <a:lnTo>
                    <a:pt x="184105" y="190320"/>
                  </a:lnTo>
                  <a:lnTo>
                    <a:pt x="161806" y="210907"/>
                  </a:lnTo>
                  <a:lnTo>
                    <a:pt x="156722" y="214301"/>
                  </a:lnTo>
                  <a:lnTo>
                    <a:pt x="151354" y="217166"/>
                  </a:lnTo>
                  <a:lnTo>
                    <a:pt x="145704" y="219504"/>
                  </a:lnTo>
                  <a:lnTo>
                    <a:pt x="140054" y="221841"/>
                  </a:lnTo>
                  <a:lnTo>
                    <a:pt x="110062" y="226585"/>
                  </a:lnTo>
                  <a:lnTo>
                    <a:pt x="103947" y="226585"/>
                  </a:lnTo>
                  <a:lnTo>
                    <a:pt x="63403" y="214301"/>
                  </a:lnTo>
                  <a:lnTo>
                    <a:pt x="32622" y="185242"/>
                  </a:lnTo>
                  <a:lnTo>
                    <a:pt x="29225" y="180163"/>
                  </a:lnTo>
                  <a:lnTo>
                    <a:pt x="16926" y="139668"/>
                  </a:lnTo>
                  <a:lnTo>
                    <a:pt x="16926" y="133560"/>
                  </a:lnTo>
                  <a:lnTo>
                    <a:pt x="16926" y="127452"/>
                  </a:lnTo>
                  <a:lnTo>
                    <a:pt x="17522" y="121402"/>
                  </a:lnTo>
                  <a:lnTo>
                    <a:pt x="18715" y="115412"/>
                  </a:lnTo>
                  <a:lnTo>
                    <a:pt x="19908" y="109421"/>
                  </a:lnTo>
                  <a:lnTo>
                    <a:pt x="21675" y="103604"/>
                  </a:lnTo>
                  <a:lnTo>
                    <a:pt x="24015" y="97961"/>
                  </a:lnTo>
                  <a:lnTo>
                    <a:pt x="26356" y="92318"/>
                  </a:lnTo>
                  <a:lnTo>
                    <a:pt x="29225" y="86957"/>
                  </a:lnTo>
                  <a:lnTo>
                    <a:pt x="32622" y="81878"/>
                  </a:lnTo>
                  <a:lnTo>
                    <a:pt x="36020" y="76799"/>
                  </a:lnTo>
                  <a:lnTo>
                    <a:pt x="39881" y="72100"/>
                  </a:lnTo>
                  <a:lnTo>
                    <a:pt x="44205" y="67781"/>
                  </a:lnTo>
                  <a:lnTo>
                    <a:pt x="48529" y="63462"/>
                  </a:lnTo>
                  <a:lnTo>
                    <a:pt x="85894" y="43514"/>
                  </a:lnTo>
                  <a:lnTo>
                    <a:pt x="103947" y="40535"/>
                  </a:lnTo>
                  <a:lnTo>
                    <a:pt x="110062" y="40535"/>
                  </a:lnTo>
                  <a:lnTo>
                    <a:pt x="116178" y="40535"/>
                  </a:lnTo>
                  <a:lnTo>
                    <a:pt x="156722" y="52819"/>
                  </a:lnTo>
                  <a:lnTo>
                    <a:pt x="187503" y="81878"/>
                  </a:lnTo>
                  <a:lnTo>
                    <a:pt x="190900" y="86957"/>
                  </a:lnTo>
                  <a:lnTo>
                    <a:pt x="201409" y="115412"/>
                  </a:lnTo>
                  <a:lnTo>
                    <a:pt x="202603" y="121402"/>
                  </a:lnTo>
                  <a:lnTo>
                    <a:pt x="203199" y="127452"/>
                  </a:lnTo>
                  <a:lnTo>
                    <a:pt x="203199" y="133560"/>
                  </a:lnTo>
                  <a:close/>
                </a:path>
                <a:path w="461644" h="446405">
                  <a:moveTo>
                    <a:pt x="222011" y="411847"/>
                  </a:moveTo>
                  <a:lnTo>
                    <a:pt x="0" y="411827"/>
                  </a:lnTo>
                </a:path>
                <a:path w="461644" h="446405">
                  <a:moveTo>
                    <a:pt x="345714" y="133011"/>
                  </a:moveTo>
                  <a:lnTo>
                    <a:pt x="414356" y="203851"/>
                  </a:lnTo>
                </a:path>
                <a:path w="461644" h="446405">
                  <a:moveTo>
                    <a:pt x="245098" y="203367"/>
                  </a:moveTo>
                  <a:lnTo>
                    <a:pt x="414356" y="203851"/>
                  </a:lnTo>
                </a:path>
                <a:path w="461644" h="446405">
                  <a:moveTo>
                    <a:pt x="346096" y="272149"/>
                  </a:moveTo>
                  <a:lnTo>
                    <a:pt x="414356" y="203851"/>
                  </a:lnTo>
                </a:path>
                <a:path w="461644" h="446405">
                  <a:moveTo>
                    <a:pt x="50813" y="250006"/>
                  </a:moveTo>
                  <a:lnTo>
                    <a:pt x="107992" y="232621"/>
                  </a:lnTo>
                </a:path>
              </a:pathLst>
            </a:custGeom>
            <a:noFill/>
            <a:ln w="21697">
              <a:solidFill>
                <a:srgbClr val="007d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07" name="object 7"/>
          <p:cNvSpPr/>
          <p:nvPr/>
        </p:nvSpPr>
        <p:spPr>
          <a:xfrm>
            <a:off x="1785600" y="2210400"/>
            <a:ext cx="6590520" cy="12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1" lang="en-IN" sz="2550" spc="-75" strike="noStrike">
                <a:solidFill>
                  <a:srgbClr val="262525"/>
                </a:solidFill>
                <a:latin typeface="Georgia"/>
                <a:ea typeface="DejaVu Sans"/>
              </a:rPr>
              <a:t>Authentication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4000"/>
              </a:lnSpc>
              <a:spcBef>
                <a:spcPts val="754"/>
              </a:spcBef>
            </a:pPr>
            <a:r>
              <a:rPr b="0" lang="en-IN" sz="1900" spc="94" strike="noStrike">
                <a:solidFill>
                  <a:srgbClr val="262525"/>
                </a:solidFill>
                <a:latin typeface="Tahoma"/>
                <a:ea typeface="DejaVu Sans"/>
              </a:rPr>
              <a:t>User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registration,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login,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185" strike="noStrike">
                <a:solidFill>
                  <a:srgbClr val="262525"/>
                </a:solidFill>
                <a:latin typeface="Tahoma"/>
                <a:ea typeface="DejaVu Sans"/>
              </a:rPr>
              <a:t>JWT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token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management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26" strike="noStrike">
                <a:solidFill>
                  <a:srgbClr val="262525"/>
                </a:solidFill>
                <a:latin typeface="Tahoma"/>
                <a:ea typeface="DejaVu Sans"/>
              </a:rPr>
              <a:t>with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refresh</a:t>
            </a:r>
            <a:r>
              <a:rPr b="0" lang="en-IN" sz="1900" spc="-6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token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2" strike="noStrike">
                <a:solidFill>
                  <a:srgbClr val="262525"/>
                </a:solidFill>
                <a:latin typeface="Tahoma"/>
                <a:ea typeface="DejaVu Sans"/>
              </a:rPr>
              <a:t>rotation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8" name="object 8"/>
          <p:cNvGrpSpPr/>
          <p:nvPr/>
        </p:nvGrpSpPr>
        <p:grpSpPr>
          <a:xfrm>
            <a:off x="9329760" y="2171160"/>
            <a:ext cx="446760" cy="511560"/>
            <a:chOff x="9329760" y="2171160"/>
            <a:chExt cx="446760" cy="511560"/>
          </a:xfrm>
        </p:grpSpPr>
        <p:pic>
          <p:nvPicPr>
            <p:cNvPr id="409" name="object 9" descr=""/>
            <p:cNvPicPr/>
            <p:nvPr/>
          </p:nvPicPr>
          <p:blipFill>
            <a:blip r:embed="rId3"/>
            <a:stretch/>
          </p:blipFill>
          <p:spPr>
            <a:xfrm>
              <a:off x="9605880" y="2542320"/>
              <a:ext cx="170640" cy="1404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10" name="object 10"/>
            <p:cNvSpPr/>
            <p:nvPr/>
          </p:nvSpPr>
          <p:spPr>
            <a:xfrm>
              <a:off x="9329760" y="2408400"/>
              <a:ext cx="340200" cy="271080"/>
            </a:xfrm>
            <a:custGeom>
              <a:avLst/>
              <a:gdLst>
                <a:gd name="textAreaLeft" fmla="*/ 0 w 340200"/>
                <a:gd name="textAreaRight" fmla="*/ 340560 w 340200"/>
                <a:gd name="textAreaTop" fmla="*/ 0 h 271080"/>
                <a:gd name="textAreaBottom" fmla="*/ 271440 h 271080"/>
              </a:gdLst>
              <a:ahLst/>
              <a:rect l="textAreaLeft" t="textAreaTop" r="textAreaRight" b="textAreaBottom"/>
              <a:pathLst>
                <a:path w="340995" h="271780">
                  <a:moveTo>
                    <a:pt x="340575" y="2410"/>
                  </a:moveTo>
                  <a:lnTo>
                    <a:pt x="329698" y="42845"/>
                  </a:lnTo>
                  <a:lnTo>
                    <a:pt x="304106" y="79464"/>
                  </a:lnTo>
                  <a:lnTo>
                    <a:pt x="269596" y="104253"/>
                  </a:lnTo>
                  <a:lnTo>
                    <a:pt x="229246" y="115431"/>
                  </a:lnTo>
                  <a:lnTo>
                    <a:pt x="220031" y="115649"/>
                  </a:lnTo>
                  <a:lnTo>
                    <a:pt x="211008" y="115388"/>
                  </a:lnTo>
                  <a:lnTo>
                    <a:pt x="167779" y="105381"/>
                  </a:lnTo>
                  <a:lnTo>
                    <a:pt x="132902" y="82796"/>
                  </a:lnTo>
                  <a:lnTo>
                    <a:pt x="106658" y="47138"/>
                  </a:lnTo>
                  <a:lnTo>
                    <a:pt x="94166" y="7332"/>
                  </a:lnTo>
                  <a:lnTo>
                    <a:pt x="93384" y="0"/>
                  </a:lnTo>
                </a:path>
                <a:path w="340995" h="271780">
                  <a:moveTo>
                    <a:pt x="0" y="271543"/>
                  </a:moveTo>
                  <a:lnTo>
                    <a:pt x="3548" y="228714"/>
                  </a:lnTo>
                  <a:lnTo>
                    <a:pt x="26050" y="190182"/>
                  </a:lnTo>
                  <a:lnTo>
                    <a:pt x="63953" y="165648"/>
                  </a:lnTo>
                  <a:lnTo>
                    <a:pt x="100353" y="151841"/>
                  </a:lnTo>
                  <a:lnTo>
                    <a:pt x="118508" y="147499"/>
                  </a:lnTo>
                  <a:lnTo>
                    <a:pt x="123704" y="148487"/>
                  </a:lnTo>
                  <a:lnTo>
                    <a:pt x="126630" y="149692"/>
                  </a:lnTo>
                  <a:lnTo>
                    <a:pt x="130385" y="152626"/>
                  </a:lnTo>
                  <a:lnTo>
                    <a:pt x="142042" y="163500"/>
                  </a:lnTo>
                  <a:lnTo>
                    <a:pt x="168571" y="189169"/>
                  </a:lnTo>
                  <a:lnTo>
                    <a:pt x="216939" y="236488"/>
                  </a:lnTo>
                </a:path>
              </a:pathLst>
            </a:custGeom>
            <a:noFill/>
            <a:ln w="27063">
              <a:solidFill>
                <a:srgbClr val="007d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11" name="object 11" descr=""/>
            <p:cNvPicPr/>
            <p:nvPr/>
          </p:nvPicPr>
          <p:blipFill>
            <a:blip r:embed="rId4"/>
            <a:stretch/>
          </p:blipFill>
          <p:spPr>
            <a:xfrm>
              <a:off x="9354960" y="2171160"/>
              <a:ext cx="383040" cy="2523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12" name="object 12"/>
            <p:cNvSpPr/>
            <p:nvPr/>
          </p:nvSpPr>
          <p:spPr>
            <a:xfrm>
              <a:off x="9546480" y="2573280"/>
              <a:ext cx="72360" cy="7092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70920"/>
                <a:gd name="textAreaBottom" fmla="*/ 71280 h 70920"/>
              </a:gdLst>
              <a:ahLst/>
              <a:rect l="textAreaLeft" t="textAreaTop" r="textAreaRight" b="textAreaBottom"/>
              <a:pathLst>
                <a:path w="73025" h="71755">
                  <a:moveTo>
                    <a:pt x="72762" y="0"/>
                  </a:moveTo>
                  <a:lnTo>
                    <a:pt x="0" y="71640"/>
                  </a:lnTo>
                </a:path>
              </a:pathLst>
            </a:custGeom>
            <a:noFill/>
            <a:ln w="27064">
              <a:solidFill>
                <a:srgbClr val="007d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6280" bIns="2628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13" name="object 13"/>
          <p:cNvSpPr/>
          <p:nvPr/>
        </p:nvSpPr>
        <p:spPr>
          <a:xfrm>
            <a:off x="10092240" y="2210400"/>
            <a:ext cx="6656760" cy="12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1" lang="en-IN" sz="2550" spc="-35" strike="noStrike">
                <a:solidFill>
                  <a:srgbClr val="262525"/>
                </a:solidFill>
                <a:latin typeface="Georgia"/>
                <a:ea typeface="DejaVu Sans"/>
              </a:rPr>
              <a:t>Vendor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4000"/>
              </a:lnSpc>
              <a:spcBef>
                <a:spcPts val="754"/>
              </a:spcBef>
            </a:pPr>
            <a:r>
              <a:rPr b="0" lang="en-IN" sz="1900" spc="80" strike="noStrike">
                <a:solidFill>
                  <a:srgbClr val="262525"/>
                </a:solidFill>
                <a:latin typeface="Tahoma"/>
                <a:ea typeface="DejaVu Sans"/>
              </a:rPr>
              <a:t>Vendor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1" strike="noStrike">
                <a:solidFill>
                  <a:srgbClr val="262525"/>
                </a:solidFill>
                <a:latin typeface="Tahoma"/>
                <a:ea typeface="DejaVu Sans"/>
              </a:rPr>
              <a:t>registration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admin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  <a:ea typeface="DejaVu Sans"/>
              </a:rPr>
              <a:t>approval,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  <a:ea typeface="DejaVu Sans"/>
              </a:rPr>
              <a:t>profile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90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menu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management</a:t>
            </a:r>
            <a:r>
              <a:rPr b="0" lang="en-IN" sz="1900" spc="-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dashboard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4" name="object 14"/>
          <p:cNvGrpSpPr/>
          <p:nvPr/>
        </p:nvGrpSpPr>
        <p:grpSpPr>
          <a:xfrm>
            <a:off x="1003680" y="4127040"/>
            <a:ext cx="461880" cy="482400"/>
            <a:chOff x="1003680" y="4127040"/>
            <a:chExt cx="461880" cy="482400"/>
          </a:xfrm>
        </p:grpSpPr>
        <p:sp>
          <p:nvSpPr>
            <p:cNvPr id="415" name="object 15"/>
            <p:cNvSpPr/>
            <p:nvPr/>
          </p:nvSpPr>
          <p:spPr>
            <a:xfrm>
              <a:off x="1109880" y="4127040"/>
              <a:ext cx="355680" cy="262800"/>
            </a:xfrm>
            <a:custGeom>
              <a:avLst/>
              <a:gdLst>
                <a:gd name="textAreaLeft" fmla="*/ 0 w 355680"/>
                <a:gd name="textAreaRight" fmla="*/ 356040 w 355680"/>
                <a:gd name="textAreaTop" fmla="*/ 0 h 262800"/>
                <a:gd name="textAreaBottom" fmla="*/ 263160 h 262800"/>
              </a:gdLst>
              <a:ahLst/>
              <a:rect l="textAreaLeft" t="textAreaTop" r="textAreaRight" b="textAreaBottom"/>
              <a:pathLst>
                <a:path w="356234" h="263525">
                  <a:moveTo>
                    <a:pt x="303146" y="263213"/>
                  </a:moveTo>
                  <a:lnTo>
                    <a:pt x="281099" y="226254"/>
                  </a:lnTo>
                  <a:lnTo>
                    <a:pt x="251445" y="185402"/>
                  </a:lnTo>
                  <a:lnTo>
                    <a:pt x="213453" y="146470"/>
                  </a:lnTo>
                  <a:lnTo>
                    <a:pt x="172254" y="115773"/>
                  </a:lnTo>
                  <a:lnTo>
                    <a:pt x="128121" y="92298"/>
                  </a:lnTo>
                  <a:lnTo>
                    <a:pt x="77210" y="74299"/>
                  </a:lnTo>
                  <a:lnTo>
                    <a:pt x="34390" y="64544"/>
                  </a:lnTo>
                  <a:lnTo>
                    <a:pt x="0" y="59764"/>
                  </a:lnTo>
                </a:path>
                <a:path w="356234" h="263525">
                  <a:moveTo>
                    <a:pt x="355854" y="234547"/>
                  </a:moveTo>
                  <a:lnTo>
                    <a:pt x="336933" y="198545"/>
                  </a:lnTo>
                  <a:lnTo>
                    <a:pt x="306151" y="154617"/>
                  </a:lnTo>
                  <a:lnTo>
                    <a:pt x="280548" y="124149"/>
                  </a:lnTo>
                  <a:lnTo>
                    <a:pt x="250047" y="96507"/>
                  </a:lnTo>
                  <a:lnTo>
                    <a:pt x="215718" y="68853"/>
                  </a:lnTo>
                  <a:lnTo>
                    <a:pt x="164811" y="39652"/>
                  </a:lnTo>
                  <a:lnTo>
                    <a:pt x="118655" y="21462"/>
                  </a:lnTo>
                  <a:lnTo>
                    <a:pt x="78108" y="10489"/>
                  </a:lnTo>
                  <a:lnTo>
                    <a:pt x="29479" y="1469"/>
                  </a:lnTo>
                  <a:lnTo>
                    <a:pt x="15290" y="0"/>
                  </a:lnTo>
                </a:path>
              </a:pathLst>
            </a:custGeom>
            <a:noFill/>
            <a:ln w="20920">
              <a:solidFill>
                <a:srgbClr val="007d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16" name="object 16" descr=""/>
            <p:cNvPicPr/>
            <p:nvPr/>
          </p:nvPicPr>
          <p:blipFill>
            <a:blip r:embed="rId5"/>
            <a:stretch/>
          </p:blipFill>
          <p:spPr>
            <a:xfrm>
              <a:off x="1119240" y="4248720"/>
              <a:ext cx="96840" cy="972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17" name="object 17" descr=""/>
            <p:cNvPicPr/>
            <p:nvPr/>
          </p:nvPicPr>
          <p:blipFill>
            <a:blip r:embed="rId6"/>
            <a:stretch/>
          </p:blipFill>
          <p:spPr>
            <a:xfrm>
              <a:off x="1003680" y="4467240"/>
              <a:ext cx="183240" cy="142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18" name="object 18"/>
            <p:cNvSpPr/>
            <p:nvPr/>
          </p:nvSpPr>
          <p:spPr>
            <a:xfrm>
              <a:off x="1014120" y="4127040"/>
              <a:ext cx="450720" cy="463320"/>
            </a:xfrm>
            <a:custGeom>
              <a:avLst/>
              <a:gdLst>
                <a:gd name="textAreaLeft" fmla="*/ 0 w 450720"/>
                <a:gd name="textAreaRight" fmla="*/ 451080 w 450720"/>
                <a:gd name="textAreaTop" fmla="*/ 0 h 463320"/>
                <a:gd name="textAreaBottom" fmla="*/ 463680 h 463320"/>
              </a:gdLst>
              <a:ahLst/>
              <a:rect l="textAreaLeft" t="textAreaTop" r="textAreaRight" b="textAreaBottom"/>
              <a:pathLst>
                <a:path w="451484" h="464185">
                  <a:moveTo>
                    <a:pt x="110852" y="0"/>
                  </a:moveTo>
                  <a:lnTo>
                    <a:pt x="0" y="463559"/>
                  </a:lnTo>
                </a:path>
                <a:path w="451484" h="464185">
                  <a:moveTo>
                    <a:pt x="451416" y="234547"/>
                  </a:moveTo>
                  <a:lnTo>
                    <a:pt x="207772" y="367776"/>
                  </a:lnTo>
                </a:path>
              </a:pathLst>
            </a:custGeom>
            <a:noFill/>
            <a:ln w="20920">
              <a:solidFill>
                <a:srgbClr val="007d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19" name="object 19" descr=""/>
            <p:cNvPicPr/>
            <p:nvPr/>
          </p:nvPicPr>
          <p:blipFill>
            <a:blip r:embed="rId7"/>
            <a:stretch/>
          </p:blipFill>
          <p:spPr>
            <a:xfrm>
              <a:off x="1166040" y="4484520"/>
              <a:ext cx="65520" cy="83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20" name="object 20" descr=""/>
            <p:cNvPicPr/>
            <p:nvPr/>
          </p:nvPicPr>
          <p:blipFill>
            <a:blip r:embed="rId8"/>
            <a:stretch/>
          </p:blipFill>
          <p:spPr>
            <a:xfrm>
              <a:off x="1217520" y="4348440"/>
              <a:ext cx="88920" cy="889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21" name="object 21"/>
          <p:cNvSpPr/>
          <p:nvPr/>
        </p:nvSpPr>
        <p:spPr>
          <a:xfrm>
            <a:off x="1785600" y="4141440"/>
            <a:ext cx="6612120" cy="12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1" lang="en-IN" sz="2550" spc="-21" strike="noStrike">
                <a:solidFill>
                  <a:srgbClr val="262525"/>
                </a:solidFill>
                <a:latin typeface="Georgia"/>
                <a:ea typeface="DejaVu Sans"/>
              </a:rPr>
              <a:t>Food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4000"/>
              </a:lnSpc>
              <a:spcBef>
                <a:spcPts val="754"/>
              </a:spcBef>
            </a:pPr>
            <a:r>
              <a:rPr b="0" lang="en-IN" sz="1900" spc="100" strike="noStrike">
                <a:solidFill>
                  <a:srgbClr val="262525"/>
                </a:solidFill>
                <a:latin typeface="Tahoma"/>
                <a:ea typeface="DejaVu Sans"/>
              </a:rPr>
              <a:t>Food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item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creation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  <a:ea typeface="DejaVu Sans"/>
              </a:rPr>
              <a:t>pricing,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images,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descriptions,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1" strike="noStrike">
                <a:solidFill>
                  <a:srgbClr val="262525"/>
                </a:solidFill>
                <a:latin typeface="Tahoma"/>
                <a:ea typeface="DejaVu Sans"/>
              </a:rPr>
              <a:t>and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dietary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  <a:ea typeface="DejaVu Sans"/>
              </a:rPr>
              <a:t>classification</a:t>
            </a:r>
            <a:r>
              <a:rPr b="0" lang="en-IN" sz="190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tags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2" name="object 22"/>
          <p:cNvGrpSpPr/>
          <p:nvPr/>
        </p:nvGrpSpPr>
        <p:grpSpPr>
          <a:xfrm>
            <a:off x="9297720" y="4141440"/>
            <a:ext cx="496440" cy="457200"/>
            <a:chOff x="9297720" y="4141440"/>
            <a:chExt cx="496440" cy="457200"/>
          </a:xfrm>
        </p:grpSpPr>
        <p:pic>
          <p:nvPicPr>
            <p:cNvPr id="423" name="object 23" descr=""/>
            <p:cNvPicPr/>
            <p:nvPr/>
          </p:nvPicPr>
          <p:blipFill>
            <a:blip r:embed="rId9"/>
            <a:stretch/>
          </p:blipFill>
          <p:spPr>
            <a:xfrm>
              <a:off x="9572400" y="4419720"/>
              <a:ext cx="129600" cy="178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24" name="object 24"/>
            <p:cNvSpPr/>
            <p:nvPr/>
          </p:nvSpPr>
          <p:spPr>
            <a:xfrm>
              <a:off x="9297720" y="4141440"/>
              <a:ext cx="496440" cy="352440"/>
            </a:xfrm>
            <a:custGeom>
              <a:avLst/>
              <a:gdLst>
                <a:gd name="textAreaLeft" fmla="*/ 0 w 496440"/>
                <a:gd name="textAreaRight" fmla="*/ 496800 w 496440"/>
                <a:gd name="textAreaTop" fmla="*/ 0 h 352440"/>
                <a:gd name="textAreaBottom" fmla="*/ 352800 h 352440"/>
              </a:gdLst>
              <a:ahLst/>
              <a:rect l="textAreaLeft" t="textAreaTop" r="textAreaRight" b="textAreaBottom"/>
              <a:pathLst>
                <a:path w="497204" h="353060">
                  <a:moveTo>
                    <a:pt x="0" y="64973"/>
                  </a:moveTo>
                  <a:lnTo>
                    <a:pt x="10028" y="60731"/>
                  </a:lnTo>
                  <a:lnTo>
                    <a:pt x="461674" y="60101"/>
                  </a:lnTo>
                </a:path>
                <a:path w="497204" h="353060">
                  <a:moveTo>
                    <a:pt x="397309" y="276718"/>
                  </a:moveTo>
                  <a:lnTo>
                    <a:pt x="378198" y="289121"/>
                  </a:lnTo>
                </a:path>
                <a:path w="497204" h="353060">
                  <a:moveTo>
                    <a:pt x="397309" y="276719"/>
                  </a:moveTo>
                  <a:lnTo>
                    <a:pt x="475160" y="14341"/>
                  </a:lnTo>
                  <a:lnTo>
                    <a:pt x="486806" y="2671"/>
                  </a:lnTo>
                  <a:lnTo>
                    <a:pt x="496654" y="0"/>
                  </a:lnTo>
                </a:path>
                <a:path w="497204" h="353060">
                  <a:moveTo>
                    <a:pt x="377162" y="347472"/>
                  </a:moveTo>
                  <a:lnTo>
                    <a:pt x="364063" y="352488"/>
                  </a:lnTo>
                </a:path>
                <a:path w="497204" h="353060">
                  <a:moveTo>
                    <a:pt x="355028" y="349526"/>
                  </a:moveTo>
                  <a:lnTo>
                    <a:pt x="363675" y="352361"/>
                  </a:lnTo>
                </a:path>
                <a:path w="497204" h="353060">
                  <a:moveTo>
                    <a:pt x="1353" y="114850"/>
                  </a:moveTo>
                  <a:lnTo>
                    <a:pt x="54727" y="258057"/>
                  </a:lnTo>
                </a:path>
              </a:pathLst>
            </a:custGeom>
            <a:noFill/>
            <a:ln w="22858">
              <a:solidFill>
                <a:srgbClr val="007d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25" name="object 25" descr=""/>
            <p:cNvPicPr/>
            <p:nvPr/>
          </p:nvPicPr>
          <p:blipFill>
            <a:blip r:embed="rId10"/>
            <a:stretch/>
          </p:blipFill>
          <p:spPr>
            <a:xfrm>
              <a:off x="9360360" y="4476600"/>
              <a:ext cx="122040" cy="1220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26" name="object 26"/>
            <p:cNvSpPr/>
            <p:nvPr/>
          </p:nvSpPr>
          <p:spPr>
            <a:xfrm>
              <a:off x="9352440" y="4399560"/>
              <a:ext cx="320760" cy="30240"/>
            </a:xfrm>
            <a:custGeom>
              <a:avLst/>
              <a:gdLst>
                <a:gd name="textAreaLeft" fmla="*/ 0 w 320760"/>
                <a:gd name="textAreaRight" fmla="*/ 321120 w 320760"/>
                <a:gd name="textAreaTop" fmla="*/ 0 h 30240"/>
                <a:gd name="textAreaBottom" fmla="*/ 30600 h 30240"/>
              </a:gdLst>
              <a:ahLst/>
              <a:rect l="textAreaLeft" t="textAreaTop" r="textAreaRight" b="textAreaBottom"/>
              <a:pathLst>
                <a:path w="321309" h="31114">
                  <a:moveTo>
                    <a:pt x="0" y="0"/>
                  </a:moveTo>
                  <a:lnTo>
                    <a:pt x="12033" y="18140"/>
                  </a:lnTo>
                  <a:lnTo>
                    <a:pt x="28019" y="26921"/>
                  </a:lnTo>
                  <a:lnTo>
                    <a:pt x="45467" y="29591"/>
                  </a:lnTo>
                  <a:lnTo>
                    <a:pt x="61887" y="29399"/>
                  </a:lnTo>
                  <a:lnTo>
                    <a:pt x="321173" y="30793"/>
                  </a:lnTo>
                </a:path>
              </a:pathLst>
            </a:custGeom>
            <a:noFill/>
            <a:ln w="22836">
              <a:solidFill>
                <a:srgbClr val="007d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400" bIns="-144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27" name="object 27"/>
          <p:cNvSpPr/>
          <p:nvPr/>
        </p:nvSpPr>
        <p:spPr>
          <a:xfrm>
            <a:off x="10092240" y="4141440"/>
            <a:ext cx="7061040" cy="12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1" lang="en-IN" sz="2550" spc="-21" strike="noStrike">
                <a:solidFill>
                  <a:srgbClr val="262525"/>
                </a:solidFill>
                <a:latin typeface="Georgia"/>
                <a:ea typeface="DejaVu Sans"/>
              </a:rPr>
              <a:t>Cart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4000"/>
              </a:lnSpc>
              <a:spcBef>
                <a:spcPts val="754"/>
              </a:spcBef>
            </a:pP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Single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cart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per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  <a:ea typeface="DejaVu Sans"/>
              </a:rPr>
              <a:t>user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86" strike="noStrike">
                <a:solidFill>
                  <a:srgbClr val="262525"/>
                </a:solidFill>
                <a:latin typeface="Tahoma"/>
                <a:ea typeface="DejaVu Sans"/>
              </a:rPr>
              <a:t>enforced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80" strike="noStrike">
                <a:solidFill>
                  <a:srgbClr val="262525"/>
                </a:solidFill>
                <a:latin typeface="Tahoma"/>
                <a:ea typeface="DejaVu Sans"/>
              </a:rPr>
              <a:t>single-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  <a:ea typeface="DejaVu Sans"/>
              </a:rPr>
              <a:t>vendor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restriction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26" strike="noStrike">
                <a:solidFill>
                  <a:srgbClr val="262525"/>
                </a:solidFill>
                <a:latin typeface="Tahoma"/>
                <a:ea typeface="DejaVu Sans"/>
              </a:rPr>
              <a:t>to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simplify</a:t>
            </a:r>
            <a:r>
              <a:rPr b="0" lang="en-IN" sz="1900" spc="-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ordering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object 28"/>
          <p:cNvSpPr/>
          <p:nvPr/>
        </p:nvSpPr>
        <p:spPr>
          <a:xfrm>
            <a:off x="1097640" y="6046560"/>
            <a:ext cx="363600" cy="494640"/>
          </a:xfrm>
          <a:custGeom>
            <a:avLst/>
            <a:gdLst>
              <a:gd name="textAreaLeft" fmla="*/ 0 w 363600"/>
              <a:gd name="textAreaRight" fmla="*/ 363960 w 363600"/>
              <a:gd name="textAreaTop" fmla="*/ 0 h 494640"/>
              <a:gd name="textAreaBottom" fmla="*/ 495000 h 494640"/>
            </a:gdLst>
            <a:ahLst/>
            <a:rect l="textAreaLeft" t="textAreaTop" r="textAreaRight" b="textAreaBottom"/>
            <a:pathLst>
              <a:path w="364490" h="495300">
                <a:moveTo>
                  <a:pt x="240517" y="45453"/>
                </a:moveTo>
                <a:lnTo>
                  <a:pt x="258875" y="83086"/>
                </a:lnTo>
                <a:lnTo>
                  <a:pt x="288129" y="92854"/>
                </a:lnTo>
                <a:lnTo>
                  <a:pt x="298849" y="93618"/>
                </a:lnTo>
              </a:path>
              <a:path w="364490" h="495300">
                <a:moveTo>
                  <a:pt x="358156" y="495299"/>
                </a:moveTo>
                <a:lnTo>
                  <a:pt x="363374" y="469650"/>
                </a:lnTo>
                <a:lnTo>
                  <a:pt x="363606" y="458056"/>
                </a:lnTo>
              </a:path>
              <a:path w="364490" h="495300">
                <a:moveTo>
                  <a:pt x="276359" y="0"/>
                </a:moveTo>
                <a:lnTo>
                  <a:pt x="351098" y="74494"/>
                </a:lnTo>
              </a:path>
              <a:path w="364490" h="495300">
                <a:moveTo>
                  <a:pt x="240787" y="0"/>
                </a:moveTo>
                <a:lnTo>
                  <a:pt x="240517" y="45453"/>
                </a:lnTo>
              </a:path>
              <a:path w="364490" h="495300">
                <a:moveTo>
                  <a:pt x="351098" y="74494"/>
                </a:moveTo>
                <a:lnTo>
                  <a:pt x="364131" y="91517"/>
                </a:lnTo>
              </a:path>
              <a:path w="364490" h="495300">
                <a:moveTo>
                  <a:pt x="342750" y="93738"/>
                </a:moveTo>
                <a:lnTo>
                  <a:pt x="364131" y="91517"/>
                </a:lnTo>
              </a:path>
              <a:path w="364490" h="495300">
                <a:moveTo>
                  <a:pt x="363178" y="103589"/>
                </a:moveTo>
                <a:lnTo>
                  <a:pt x="364131" y="91517"/>
                </a:lnTo>
              </a:path>
              <a:path w="364490" h="495300">
                <a:moveTo>
                  <a:pt x="118513" y="98965"/>
                </a:moveTo>
                <a:lnTo>
                  <a:pt x="35657" y="190927"/>
                </a:lnTo>
              </a:path>
              <a:path w="364490" h="495300">
                <a:moveTo>
                  <a:pt x="0" y="149645"/>
                </a:moveTo>
                <a:lnTo>
                  <a:pt x="35657" y="190927"/>
                </a:lnTo>
              </a:path>
              <a:path w="364490" h="495300">
                <a:moveTo>
                  <a:pt x="136539" y="196054"/>
                </a:moveTo>
                <a:lnTo>
                  <a:pt x="288463" y="196117"/>
                </a:lnTo>
              </a:path>
              <a:path w="364490" h="495300">
                <a:moveTo>
                  <a:pt x="298849" y="93618"/>
                </a:moveTo>
                <a:lnTo>
                  <a:pt x="342750" y="93738"/>
                </a:lnTo>
              </a:path>
              <a:path w="364490" h="495300">
                <a:moveTo>
                  <a:pt x="363606" y="458056"/>
                </a:moveTo>
                <a:lnTo>
                  <a:pt x="363178" y="103589"/>
                </a:lnTo>
              </a:path>
            </a:pathLst>
          </a:custGeom>
          <a:noFill/>
          <a:ln w="24385">
            <a:solidFill>
              <a:srgbClr val="007d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object 29"/>
          <p:cNvSpPr/>
          <p:nvPr/>
        </p:nvSpPr>
        <p:spPr>
          <a:xfrm>
            <a:off x="1018080" y="6046560"/>
            <a:ext cx="5760" cy="494640"/>
          </a:xfrm>
          <a:custGeom>
            <a:avLst/>
            <a:gdLst>
              <a:gd name="textAreaLeft" fmla="*/ 0 w 5760"/>
              <a:gd name="textAreaRight" fmla="*/ 6120 w 5760"/>
              <a:gd name="textAreaTop" fmla="*/ 0 h 494640"/>
              <a:gd name="textAreaBottom" fmla="*/ 495000 h 494640"/>
            </a:gdLst>
            <a:ahLst/>
            <a:rect l="textAreaLeft" t="textAreaTop" r="textAreaRight" b="textAreaBottom"/>
            <a:pathLst>
              <a:path w="6350" h="495300">
                <a:moveTo>
                  <a:pt x="6115" y="0"/>
                </a:moveTo>
                <a:lnTo>
                  <a:pt x="5725" y="677"/>
                </a:lnTo>
                <a:lnTo>
                  <a:pt x="3077" y="7029"/>
                </a:lnTo>
                <a:lnTo>
                  <a:pt x="1754" y="11627"/>
                </a:lnTo>
                <a:lnTo>
                  <a:pt x="516" y="21604"/>
                </a:lnTo>
                <a:lnTo>
                  <a:pt x="128" y="43248"/>
                </a:lnTo>
              </a:path>
              <a:path w="6350" h="495300">
                <a:moveTo>
                  <a:pt x="0" y="469981"/>
                </a:moveTo>
                <a:lnTo>
                  <a:pt x="210" y="477616"/>
                </a:lnTo>
                <a:lnTo>
                  <a:pt x="926" y="483946"/>
                </a:lnTo>
                <a:lnTo>
                  <a:pt x="2284" y="489534"/>
                </a:lnTo>
                <a:lnTo>
                  <a:pt x="4321" y="494664"/>
                </a:lnTo>
                <a:lnTo>
                  <a:pt x="4667" y="495299"/>
                </a:lnTo>
              </a:path>
              <a:path w="6350" h="495300">
                <a:moveTo>
                  <a:pt x="128" y="43248"/>
                </a:moveTo>
                <a:lnTo>
                  <a:pt x="0" y="469981"/>
                </a:lnTo>
              </a:path>
            </a:pathLst>
          </a:custGeom>
          <a:noFill/>
          <a:ln w="24385">
            <a:solidFill>
              <a:srgbClr val="007d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object 30"/>
          <p:cNvSpPr/>
          <p:nvPr/>
        </p:nvSpPr>
        <p:spPr>
          <a:xfrm>
            <a:off x="1092240" y="6339960"/>
            <a:ext cx="291240" cy="360"/>
          </a:xfrm>
          <a:custGeom>
            <a:avLst/>
            <a:gdLst>
              <a:gd name="textAreaLeft" fmla="*/ 0 w 291240"/>
              <a:gd name="textAreaRight" fmla="*/ 291600 w 29124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92100" h="635">
                <a:moveTo>
                  <a:pt x="0" y="186"/>
                </a:moveTo>
                <a:lnTo>
                  <a:pt x="292006" y="0"/>
                </a:lnTo>
              </a:path>
            </a:pathLst>
          </a:custGeom>
          <a:noFill/>
          <a:ln w="24424">
            <a:solidFill>
              <a:srgbClr val="007d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object 31"/>
          <p:cNvSpPr/>
          <p:nvPr/>
        </p:nvSpPr>
        <p:spPr>
          <a:xfrm>
            <a:off x="1092960" y="6437520"/>
            <a:ext cx="291960" cy="360"/>
          </a:xfrm>
          <a:custGeom>
            <a:avLst/>
            <a:gdLst>
              <a:gd name="textAreaLeft" fmla="*/ 0 w 291960"/>
              <a:gd name="textAreaRight" fmla="*/ 292320 w 29196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92734" h="635">
                <a:moveTo>
                  <a:pt x="0" y="17"/>
                </a:moveTo>
                <a:lnTo>
                  <a:pt x="292300" y="0"/>
                </a:lnTo>
              </a:path>
            </a:pathLst>
          </a:custGeom>
          <a:noFill/>
          <a:ln w="24424">
            <a:solidFill>
              <a:srgbClr val="007d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object 32"/>
          <p:cNvSpPr/>
          <p:nvPr/>
        </p:nvSpPr>
        <p:spPr>
          <a:xfrm>
            <a:off x="1785600" y="6072480"/>
            <a:ext cx="6950160" cy="12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1" lang="en-IN" sz="2550" spc="-12" strike="noStrike">
                <a:solidFill>
                  <a:srgbClr val="262525"/>
                </a:solidFill>
                <a:latin typeface="Georgia"/>
                <a:ea typeface="DejaVu Sans"/>
              </a:rPr>
              <a:t>Order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4000"/>
              </a:lnSpc>
              <a:spcBef>
                <a:spcPts val="754"/>
              </a:spcBef>
            </a:pPr>
            <a:r>
              <a:rPr b="0" lang="en-IN" sz="1900" spc="86" strike="noStrike">
                <a:solidFill>
                  <a:srgbClr val="262525"/>
                </a:solidFill>
                <a:latin typeface="Tahoma"/>
                <a:ea typeface="DejaVu Sans"/>
              </a:rPr>
              <a:t>Complete</a:t>
            </a:r>
            <a:r>
              <a:rPr b="0" lang="en-IN" sz="190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order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86" strike="noStrike">
                <a:solidFill>
                  <a:srgbClr val="262525"/>
                </a:solidFill>
                <a:latin typeface="Tahoma"/>
                <a:ea typeface="DejaVu Sans"/>
              </a:rPr>
              <a:t>lifecycle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management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status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29" strike="noStrike">
                <a:solidFill>
                  <a:srgbClr val="262525"/>
                </a:solidFill>
                <a:latin typeface="Tahoma"/>
                <a:ea typeface="DejaVu Sans"/>
              </a:rPr>
              <a:t>transitions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  <a:ea typeface="DejaVu Sans"/>
              </a:rPr>
              <a:t>from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  <a:ea typeface="DejaVu Sans"/>
              </a:rPr>
              <a:t>pending</a:t>
            </a:r>
            <a:r>
              <a:rPr b="0" lang="en-IN" sz="190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to</a:t>
            </a:r>
            <a:r>
              <a:rPr b="0" lang="en-IN" sz="190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delivered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33" name="object 33"/>
          <p:cNvGrpSpPr/>
          <p:nvPr/>
        </p:nvGrpSpPr>
        <p:grpSpPr>
          <a:xfrm>
            <a:off x="9318960" y="6070320"/>
            <a:ext cx="454680" cy="447480"/>
            <a:chOff x="9318960" y="6070320"/>
            <a:chExt cx="454680" cy="447480"/>
          </a:xfrm>
        </p:grpSpPr>
        <p:sp>
          <p:nvSpPr>
            <p:cNvPr id="434" name="object 34"/>
            <p:cNvSpPr/>
            <p:nvPr/>
          </p:nvSpPr>
          <p:spPr>
            <a:xfrm>
              <a:off x="9318960" y="6070320"/>
              <a:ext cx="454680" cy="447480"/>
            </a:xfrm>
            <a:custGeom>
              <a:avLst/>
              <a:gdLst>
                <a:gd name="textAreaLeft" fmla="*/ 0 w 454680"/>
                <a:gd name="textAreaRight" fmla="*/ 455040 w 454680"/>
                <a:gd name="textAreaTop" fmla="*/ 0 h 447480"/>
                <a:gd name="textAreaBottom" fmla="*/ 447840 h 447480"/>
              </a:gdLst>
              <a:ahLst/>
              <a:rect l="textAreaLeft" t="textAreaTop" r="textAreaRight" b="textAreaBottom"/>
              <a:pathLst>
                <a:path w="455295" h="448309">
                  <a:moveTo>
                    <a:pt x="58987" y="219982"/>
                  </a:moveTo>
                  <a:lnTo>
                    <a:pt x="49079" y="203545"/>
                  </a:lnTo>
                  <a:lnTo>
                    <a:pt x="48943" y="189790"/>
                  </a:lnTo>
                </a:path>
                <a:path w="455295" h="448309">
                  <a:moveTo>
                    <a:pt x="49102" y="21096"/>
                  </a:moveTo>
                  <a:lnTo>
                    <a:pt x="69350" y="524"/>
                  </a:lnTo>
                  <a:lnTo>
                    <a:pt x="72946" y="401"/>
                  </a:lnTo>
                </a:path>
                <a:path w="455295" h="448309">
                  <a:moveTo>
                    <a:pt x="237757" y="170016"/>
                  </a:moveTo>
                  <a:lnTo>
                    <a:pt x="270479" y="147762"/>
                  </a:lnTo>
                  <a:lnTo>
                    <a:pt x="270991" y="141623"/>
                  </a:lnTo>
                  <a:lnTo>
                    <a:pt x="270233" y="135555"/>
                  </a:lnTo>
                  <a:lnTo>
                    <a:pt x="226359" y="109249"/>
                  </a:lnTo>
                  <a:lnTo>
                    <a:pt x="218321" y="105637"/>
                  </a:lnTo>
                  <a:lnTo>
                    <a:pt x="204627" y="79158"/>
                  </a:lnTo>
                  <a:lnTo>
                    <a:pt x="205486" y="75285"/>
                  </a:lnTo>
                  <a:lnTo>
                    <a:pt x="226100" y="57395"/>
                  </a:lnTo>
                  <a:lnTo>
                    <a:pt x="236622" y="54470"/>
                  </a:lnTo>
                </a:path>
                <a:path w="455295" h="448309">
                  <a:moveTo>
                    <a:pt x="310338" y="332478"/>
                  </a:moveTo>
                  <a:lnTo>
                    <a:pt x="288639" y="298077"/>
                  </a:lnTo>
                  <a:lnTo>
                    <a:pt x="281228" y="295475"/>
                  </a:lnTo>
                </a:path>
                <a:path w="455295" h="448309">
                  <a:moveTo>
                    <a:pt x="405625" y="268347"/>
                  </a:moveTo>
                  <a:lnTo>
                    <a:pt x="412543" y="263876"/>
                  </a:lnTo>
                  <a:lnTo>
                    <a:pt x="419249" y="261053"/>
                  </a:lnTo>
                  <a:lnTo>
                    <a:pt x="426313" y="259885"/>
                  </a:lnTo>
                  <a:lnTo>
                    <a:pt x="433052" y="260547"/>
                  </a:lnTo>
                  <a:lnTo>
                    <a:pt x="455288" y="289834"/>
                  </a:lnTo>
                  <a:lnTo>
                    <a:pt x="454332" y="294884"/>
                  </a:lnTo>
                  <a:lnTo>
                    <a:pt x="451667" y="301076"/>
                  </a:lnTo>
                  <a:lnTo>
                    <a:pt x="449109" y="304922"/>
                  </a:lnTo>
                  <a:lnTo>
                    <a:pt x="445498" y="309094"/>
                  </a:lnTo>
                  <a:lnTo>
                    <a:pt x="428439" y="324660"/>
                  </a:lnTo>
                </a:path>
                <a:path w="455295" h="448309">
                  <a:moveTo>
                    <a:pt x="298145" y="433880"/>
                  </a:moveTo>
                  <a:lnTo>
                    <a:pt x="255527" y="447797"/>
                  </a:lnTo>
                  <a:lnTo>
                    <a:pt x="248609" y="447060"/>
                  </a:lnTo>
                  <a:lnTo>
                    <a:pt x="242070" y="445697"/>
                  </a:lnTo>
                  <a:lnTo>
                    <a:pt x="234265" y="443809"/>
                  </a:lnTo>
                  <a:lnTo>
                    <a:pt x="225192" y="441394"/>
                  </a:lnTo>
                  <a:lnTo>
                    <a:pt x="178617" y="427371"/>
                  </a:lnTo>
                </a:path>
                <a:path w="455295" h="448309">
                  <a:moveTo>
                    <a:pt x="109582" y="405574"/>
                  </a:moveTo>
                  <a:lnTo>
                    <a:pt x="103906" y="404621"/>
                  </a:lnTo>
                  <a:lnTo>
                    <a:pt x="95856" y="403995"/>
                  </a:lnTo>
                  <a:lnTo>
                    <a:pt x="83008" y="403673"/>
                  </a:lnTo>
                  <a:lnTo>
                    <a:pt x="62938" y="403632"/>
                  </a:lnTo>
                </a:path>
                <a:path w="455295" h="448309">
                  <a:moveTo>
                    <a:pt x="272538" y="353303"/>
                  </a:moveTo>
                  <a:lnTo>
                    <a:pt x="279275" y="353765"/>
                  </a:lnTo>
                  <a:lnTo>
                    <a:pt x="284418" y="353548"/>
                  </a:lnTo>
                  <a:lnTo>
                    <a:pt x="288375" y="352605"/>
                  </a:lnTo>
                  <a:lnTo>
                    <a:pt x="294957" y="349716"/>
                  </a:lnTo>
                  <a:lnTo>
                    <a:pt x="297972" y="347616"/>
                  </a:lnTo>
                  <a:lnTo>
                    <a:pt x="300924" y="344854"/>
                  </a:lnTo>
                  <a:lnTo>
                    <a:pt x="303755" y="340766"/>
                  </a:lnTo>
                  <a:lnTo>
                    <a:pt x="306893" y="336640"/>
                  </a:lnTo>
                  <a:lnTo>
                    <a:pt x="310338" y="332478"/>
                  </a:lnTo>
                </a:path>
                <a:path w="455295" h="448309">
                  <a:moveTo>
                    <a:pt x="58987" y="219982"/>
                  </a:moveTo>
                  <a:lnTo>
                    <a:pt x="60531" y="221044"/>
                  </a:lnTo>
                </a:path>
                <a:path w="455295" h="448309">
                  <a:moveTo>
                    <a:pt x="236622" y="54470"/>
                  </a:moveTo>
                  <a:lnTo>
                    <a:pt x="237422" y="39083"/>
                  </a:lnTo>
                </a:path>
                <a:path w="455295" h="448309">
                  <a:moveTo>
                    <a:pt x="204124" y="151661"/>
                  </a:moveTo>
                  <a:lnTo>
                    <a:pt x="207559" y="157588"/>
                  </a:lnTo>
                  <a:lnTo>
                    <a:pt x="212307" y="162146"/>
                  </a:lnTo>
                  <a:lnTo>
                    <a:pt x="218369" y="165337"/>
                  </a:lnTo>
                  <a:lnTo>
                    <a:pt x="224430" y="168528"/>
                  </a:lnTo>
                  <a:lnTo>
                    <a:pt x="230875" y="169861"/>
                  </a:lnTo>
                  <a:lnTo>
                    <a:pt x="237705" y="169338"/>
                  </a:lnTo>
                </a:path>
                <a:path w="455295" h="448309">
                  <a:moveTo>
                    <a:pt x="237350" y="185795"/>
                  </a:moveTo>
                  <a:lnTo>
                    <a:pt x="237757" y="170016"/>
                  </a:lnTo>
                </a:path>
                <a:path w="455295" h="448309">
                  <a:moveTo>
                    <a:pt x="268142" y="73415"/>
                  </a:moveTo>
                  <a:lnTo>
                    <a:pt x="243127" y="55243"/>
                  </a:lnTo>
                  <a:lnTo>
                    <a:pt x="236625" y="55272"/>
                  </a:lnTo>
                </a:path>
                <a:path w="455295" h="448309">
                  <a:moveTo>
                    <a:pt x="143" y="277401"/>
                  </a:moveTo>
                  <a:lnTo>
                    <a:pt x="54918" y="276933"/>
                  </a:lnTo>
                </a:path>
                <a:path w="455295" h="448309">
                  <a:moveTo>
                    <a:pt x="62067" y="432890"/>
                  </a:moveTo>
                  <a:lnTo>
                    <a:pt x="62835" y="287569"/>
                  </a:lnTo>
                </a:path>
                <a:path w="455295" h="448309">
                  <a:moveTo>
                    <a:pt x="0" y="431892"/>
                  </a:moveTo>
                  <a:lnTo>
                    <a:pt x="52664" y="433474"/>
                  </a:lnTo>
                  <a:lnTo>
                    <a:pt x="53540" y="433092"/>
                  </a:lnTo>
                  <a:lnTo>
                    <a:pt x="54074" y="433397"/>
                  </a:lnTo>
                  <a:lnTo>
                    <a:pt x="62067" y="432890"/>
                  </a:lnTo>
                </a:path>
                <a:path w="455295" h="448309">
                  <a:moveTo>
                    <a:pt x="143" y="277401"/>
                  </a:moveTo>
                  <a:lnTo>
                    <a:pt x="0" y="431892"/>
                  </a:lnTo>
                </a:path>
                <a:path w="455295" h="448309">
                  <a:moveTo>
                    <a:pt x="310338" y="332478"/>
                  </a:moveTo>
                  <a:lnTo>
                    <a:pt x="405625" y="268347"/>
                  </a:lnTo>
                </a:path>
                <a:path w="455295" h="448309">
                  <a:moveTo>
                    <a:pt x="198043" y="345189"/>
                  </a:moveTo>
                  <a:lnTo>
                    <a:pt x="272538" y="353303"/>
                  </a:lnTo>
                </a:path>
                <a:path w="455295" h="448309">
                  <a:moveTo>
                    <a:pt x="400634" y="88"/>
                  </a:moveTo>
                  <a:lnTo>
                    <a:pt x="402515" y="0"/>
                  </a:lnTo>
                  <a:lnTo>
                    <a:pt x="404381" y="134"/>
                  </a:lnTo>
                  <a:lnTo>
                    <a:pt x="406230" y="491"/>
                  </a:lnTo>
                  <a:lnTo>
                    <a:pt x="408079" y="848"/>
                  </a:lnTo>
                  <a:lnTo>
                    <a:pt x="409860" y="1418"/>
                  </a:lnTo>
                  <a:lnTo>
                    <a:pt x="411574" y="2201"/>
                  </a:lnTo>
                  <a:lnTo>
                    <a:pt x="413287" y="2984"/>
                  </a:lnTo>
                  <a:lnTo>
                    <a:pt x="414883" y="3958"/>
                  </a:lnTo>
                  <a:lnTo>
                    <a:pt x="416364" y="5122"/>
                  </a:lnTo>
                  <a:lnTo>
                    <a:pt x="417844" y="6287"/>
                  </a:lnTo>
                  <a:lnTo>
                    <a:pt x="423252" y="13880"/>
                  </a:lnTo>
                  <a:lnTo>
                    <a:pt x="424034" y="15594"/>
                  </a:lnTo>
                  <a:lnTo>
                    <a:pt x="424604" y="17375"/>
                  </a:lnTo>
                  <a:lnTo>
                    <a:pt x="424961" y="19224"/>
                  </a:lnTo>
                  <a:lnTo>
                    <a:pt x="425319" y="21074"/>
                  </a:lnTo>
                  <a:lnTo>
                    <a:pt x="425453" y="22939"/>
                  </a:lnTo>
                  <a:lnTo>
                    <a:pt x="425364" y="24820"/>
                  </a:lnTo>
                  <a:lnTo>
                    <a:pt x="425275" y="26702"/>
                  </a:lnTo>
                  <a:lnTo>
                    <a:pt x="424966" y="28546"/>
                  </a:lnTo>
                  <a:lnTo>
                    <a:pt x="424437" y="30354"/>
                  </a:lnTo>
                </a:path>
                <a:path w="455295" h="448309">
                  <a:moveTo>
                    <a:pt x="425106" y="30550"/>
                  </a:moveTo>
                  <a:lnTo>
                    <a:pt x="425356" y="195442"/>
                  </a:lnTo>
                </a:path>
                <a:path w="455295" h="448309">
                  <a:moveTo>
                    <a:pt x="48943" y="189790"/>
                  </a:moveTo>
                  <a:lnTo>
                    <a:pt x="49102" y="21096"/>
                  </a:lnTo>
                </a:path>
                <a:path w="455295" h="448309">
                  <a:moveTo>
                    <a:pt x="424912" y="195532"/>
                  </a:moveTo>
                  <a:lnTo>
                    <a:pt x="425327" y="197589"/>
                  </a:lnTo>
                  <a:lnTo>
                    <a:pt x="425470" y="199665"/>
                  </a:lnTo>
                  <a:lnTo>
                    <a:pt x="425341" y="201759"/>
                  </a:lnTo>
                  <a:lnTo>
                    <a:pt x="425212" y="203854"/>
                  </a:lnTo>
                  <a:lnTo>
                    <a:pt x="424815" y="205897"/>
                  </a:lnTo>
                  <a:lnTo>
                    <a:pt x="424151" y="207887"/>
                  </a:lnTo>
                  <a:lnTo>
                    <a:pt x="423486" y="209878"/>
                  </a:lnTo>
                  <a:lnTo>
                    <a:pt x="412175" y="221731"/>
                  </a:lnTo>
                  <a:lnTo>
                    <a:pt x="410300" y="222676"/>
                  </a:lnTo>
                  <a:lnTo>
                    <a:pt x="408336" y="223362"/>
                  </a:lnTo>
                  <a:lnTo>
                    <a:pt x="406282" y="223791"/>
                  </a:lnTo>
                  <a:lnTo>
                    <a:pt x="404228" y="224221"/>
                  </a:lnTo>
                  <a:lnTo>
                    <a:pt x="402153" y="224378"/>
                  </a:lnTo>
                  <a:lnTo>
                    <a:pt x="400057" y="224263"/>
                  </a:lnTo>
                  <a:lnTo>
                    <a:pt x="397962" y="224149"/>
                  </a:lnTo>
                  <a:lnTo>
                    <a:pt x="395917" y="223766"/>
                  </a:lnTo>
                  <a:lnTo>
                    <a:pt x="393921" y="223115"/>
                  </a:lnTo>
                </a:path>
                <a:path w="455295" h="448309">
                  <a:moveTo>
                    <a:pt x="393671" y="223881"/>
                  </a:moveTo>
                  <a:lnTo>
                    <a:pt x="60531" y="221044"/>
                  </a:lnTo>
                </a:path>
                <a:path w="455295" h="448309">
                  <a:moveTo>
                    <a:pt x="72946" y="401"/>
                  </a:moveTo>
                  <a:lnTo>
                    <a:pt x="400639" y="193"/>
                  </a:lnTo>
                </a:path>
              </a:pathLst>
            </a:custGeom>
            <a:noFill/>
            <a:ln w="20192">
              <a:solidFill>
                <a:srgbClr val="007d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35" name="object 35" descr=""/>
            <p:cNvPicPr/>
            <p:nvPr/>
          </p:nvPicPr>
          <p:blipFill>
            <a:blip r:embed="rId11"/>
            <a:stretch/>
          </p:blipFill>
          <p:spPr>
            <a:xfrm>
              <a:off x="9373320" y="6323400"/>
              <a:ext cx="383760" cy="190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36" name="object 36"/>
          <p:cNvSpPr/>
          <p:nvPr/>
        </p:nvSpPr>
        <p:spPr>
          <a:xfrm>
            <a:off x="10092240" y="6072480"/>
            <a:ext cx="7080120" cy="12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1" lang="en-IN" sz="2550" spc="-52" strike="noStrike">
                <a:solidFill>
                  <a:srgbClr val="262525"/>
                </a:solidFill>
                <a:latin typeface="Georgia"/>
                <a:ea typeface="DejaVu Sans"/>
              </a:rPr>
              <a:t>Payment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4000"/>
              </a:lnSpc>
              <a:spcBef>
                <a:spcPts val="754"/>
              </a:spcBef>
            </a:pPr>
            <a:r>
              <a:rPr b="0" lang="en-IN" sz="1900" spc="75" strike="noStrike">
                <a:solidFill>
                  <a:srgbClr val="262525"/>
                </a:solidFill>
                <a:latin typeface="Tahoma"/>
                <a:ea typeface="DejaVu Sans"/>
              </a:rPr>
              <a:t>Razorpay</a:t>
            </a:r>
            <a:r>
              <a:rPr b="0" lang="en-IN" sz="1900" spc="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integration</a:t>
            </a:r>
            <a:r>
              <a:rPr b="0" lang="en-IN" sz="1900" spc="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900" spc="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order</a:t>
            </a:r>
            <a:r>
              <a:rPr b="0" lang="en-IN" sz="1900" spc="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1" strike="noStrike">
                <a:solidFill>
                  <a:srgbClr val="262525"/>
                </a:solidFill>
                <a:latin typeface="Tahoma"/>
                <a:ea typeface="DejaVu Sans"/>
              </a:rPr>
              <a:t>creation,</a:t>
            </a:r>
            <a:r>
              <a:rPr b="0" lang="en-IN" sz="1900" spc="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  <a:ea typeface="DejaVu Sans"/>
              </a:rPr>
              <a:t>payment</a:t>
            </a:r>
            <a:r>
              <a:rPr b="0" lang="en-IN" sz="1900" spc="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verification </a:t>
            </a:r>
            <a:r>
              <a:rPr b="0" lang="en-IN" sz="1900" spc="69" strike="noStrike">
                <a:solidFill>
                  <a:srgbClr val="262525"/>
                </a:solidFill>
                <a:latin typeface="Tahoma"/>
                <a:ea typeface="DejaVu Sans"/>
              </a:rPr>
              <a:t>using</a:t>
            </a:r>
            <a:r>
              <a:rPr b="0" lang="en-IN" sz="1900" spc="-6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199" strike="noStrike">
                <a:solidFill>
                  <a:srgbClr val="262525"/>
                </a:solidFill>
                <a:latin typeface="Tahoma"/>
                <a:ea typeface="DejaVu Sans"/>
              </a:rPr>
              <a:t>HMAC</a:t>
            </a:r>
            <a:r>
              <a:rPr b="0" lang="en-IN" sz="1900" spc="-6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  <a:ea typeface="DejaVu Sans"/>
              </a:rPr>
              <a:t>signatures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37" name="object 37"/>
          <p:cNvGrpSpPr/>
          <p:nvPr/>
        </p:nvGrpSpPr>
        <p:grpSpPr>
          <a:xfrm>
            <a:off x="991080" y="8009280"/>
            <a:ext cx="496080" cy="446040"/>
            <a:chOff x="991080" y="8009280"/>
            <a:chExt cx="496080" cy="446040"/>
          </a:xfrm>
        </p:grpSpPr>
        <p:sp>
          <p:nvSpPr>
            <p:cNvPr id="438" name="object 38"/>
            <p:cNvSpPr/>
            <p:nvPr/>
          </p:nvSpPr>
          <p:spPr>
            <a:xfrm>
              <a:off x="1434600" y="8078400"/>
              <a:ext cx="45000" cy="18360"/>
            </a:xfrm>
            <a:custGeom>
              <a:avLst/>
              <a:gdLst>
                <a:gd name="textAreaLeft" fmla="*/ 0 w 45000"/>
                <a:gd name="textAreaRight" fmla="*/ 45360 w 45000"/>
                <a:gd name="textAreaTop" fmla="*/ 0 h 18360"/>
                <a:gd name="textAreaBottom" fmla="*/ 18720 h 18360"/>
              </a:gdLst>
              <a:ahLst/>
              <a:rect l="textAreaLeft" t="textAreaTop" r="textAreaRight" b="textAreaBottom"/>
              <a:pathLst>
                <a:path w="45719" h="19050">
                  <a:moveTo>
                    <a:pt x="45671" y="18702"/>
                  </a:moveTo>
                  <a:lnTo>
                    <a:pt x="15747" y="174"/>
                  </a:lnTo>
                  <a:lnTo>
                    <a:pt x="0" y="0"/>
                  </a:lnTo>
                </a:path>
              </a:pathLst>
            </a:custGeom>
            <a:noFill/>
            <a:ln w="28983">
              <a:solidFill>
                <a:srgbClr val="007d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6280" bIns="-2628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39" name="object 39" descr=""/>
            <p:cNvPicPr/>
            <p:nvPr/>
          </p:nvPicPr>
          <p:blipFill>
            <a:blip r:embed="rId12"/>
            <a:stretch/>
          </p:blipFill>
          <p:spPr>
            <a:xfrm>
              <a:off x="1364040" y="8289000"/>
              <a:ext cx="123120" cy="166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40" name="object 40" descr=""/>
            <p:cNvPicPr/>
            <p:nvPr/>
          </p:nvPicPr>
          <p:blipFill>
            <a:blip r:embed="rId13"/>
            <a:stretch/>
          </p:blipFill>
          <p:spPr>
            <a:xfrm>
              <a:off x="991080" y="8289000"/>
              <a:ext cx="158040" cy="166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41" name="object 41"/>
            <p:cNvSpPr/>
            <p:nvPr/>
          </p:nvSpPr>
          <p:spPr>
            <a:xfrm>
              <a:off x="992160" y="8009280"/>
              <a:ext cx="494640" cy="357480"/>
            </a:xfrm>
            <a:custGeom>
              <a:avLst/>
              <a:gdLst>
                <a:gd name="textAreaLeft" fmla="*/ 0 w 494640"/>
                <a:gd name="textAreaRight" fmla="*/ 495000 w 494640"/>
                <a:gd name="textAreaTop" fmla="*/ 0 h 357480"/>
                <a:gd name="textAreaBottom" fmla="*/ 357840 h 357480"/>
              </a:gdLst>
              <a:ahLst/>
              <a:rect l="textAreaLeft" t="textAreaTop" r="textAreaRight" b="textAreaBottom"/>
              <a:pathLst>
                <a:path w="495300" h="358140">
                  <a:moveTo>
                    <a:pt x="386167" y="358107"/>
                  </a:moveTo>
                  <a:lnTo>
                    <a:pt x="143157" y="357893"/>
                  </a:lnTo>
                </a:path>
                <a:path w="495300" h="358140">
                  <a:moveTo>
                    <a:pt x="338963" y="18103"/>
                  </a:moveTo>
                  <a:lnTo>
                    <a:pt x="342373" y="357955"/>
                  </a:lnTo>
                </a:path>
                <a:path w="495300" h="358140">
                  <a:moveTo>
                    <a:pt x="0" y="357946"/>
                  </a:moveTo>
                  <a:lnTo>
                    <a:pt x="3692" y="358028"/>
                  </a:lnTo>
                </a:path>
                <a:path w="495300" h="358140">
                  <a:moveTo>
                    <a:pt x="0" y="216"/>
                  </a:moveTo>
                  <a:lnTo>
                    <a:pt x="317398" y="0"/>
                  </a:lnTo>
                  <a:lnTo>
                    <a:pt x="337510" y="15272"/>
                  </a:lnTo>
                  <a:lnTo>
                    <a:pt x="338963" y="18103"/>
                  </a:lnTo>
                </a:path>
                <a:path w="495300" h="358140">
                  <a:moveTo>
                    <a:pt x="495299" y="99351"/>
                  </a:moveTo>
                  <a:lnTo>
                    <a:pt x="488082" y="88174"/>
                  </a:lnTo>
                </a:path>
                <a:path w="495300" h="358140">
                  <a:moveTo>
                    <a:pt x="442410" y="69472"/>
                  </a:moveTo>
                  <a:lnTo>
                    <a:pt x="342386" y="69472"/>
                  </a:lnTo>
                </a:path>
              </a:pathLst>
            </a:custGeom>
            <a:noFill/>
            <a:ln w="29041">
              <a:solidFill>
                <a:srgbClr val="007d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42" name="object 42"/>
          <p:cNvSpPr/>
          <p:nvPr/>
        </p:nvSpPr>
        <p:spPr>
          <a:xfrm>
            <a:off x="1785600" y="8003520"/>
            <a:ext cx="7093440" cy="12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1" lang="en-IN" sz="2550" spc="-41" strike="noStrike">
                <a:solidFill>
                  <a:srgbClr val="262525"/>
                </a:solidFill>
                <a:latin typeface="Georgia"/>
                <a:ea typeface="DejaVu Sans"/>
              </a:rPr>
              <a:t>Delivery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4000"/>
              </a:lnSpc>
              <a:spcBef>
                <a:spcPts val="754"/>
              </a:spcBef>
            </a:pPr>
            <a:r>
              <a:rPr b="0" lang="en-IN" sz="1900" spc="75" strike="noStrike">
                <a:solidFill>
                  <a:srgbClr val="262525"/>
                </a:solidFill>
                <a:latin typeface="Tahoma"/>
                <a:ea typeface="DejaVu Sans"/>
              </a:rPr>
              <a:t>Shiprocket</a:t>
            </a:r>
            <a:r>
              <a:rPr b="0" lang="en-IN" sz="1900" spc="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API</a:t>
            </a:r>
            <a:r>
              <a:rPr b="0" lang="en-IN" sz="1900" spc="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integration</a:t>
            </a:r>
            <a:r>
              <a:rPr b="0" lang="en-IN" sz="1900" spc="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for</a:t>
            </a:r>
            <a:r>
              <a:rPr b="0" lang="en-IN" sz="1900" spc="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  <a:ea typeface="DejaVu Sans"/>
              </a:rPr>
              <a:t>shipment</a:t>
            </a:r>
            <a:r>
              <a:rPr b="0" lang="en-IN" sz="1900" spc="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55" strike="noStrike">
                <a:solidFill>
                  <a:srgbClr val="262525"/>
                </a:solidFill>
                <a:latin typeface="Tahoma"/>
                <a:ea typeface="DejaVu Sans"/>
              </a:rPr>
              <a:t>creation</a:t>
            </a:r>
            <a:r>
              <a:rPr b="0" lang="en-IN" sz="1900" spc="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900" spc="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real-</a:t>
            </a:r>
            <a:r>
              <a:rPr b="0" lang="en-IN" sz="1900" spc="-21" strike="noStrike">
                <a:solidFill>
                  <a:srgbClr val="262525"/>
                </a:solidFill>
                <a:latin typeface="Tahoma"/>
                <a:ea typeface="DejaVu Sans"/>
              </a:rPr>
              <a:t>time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  <a:ea typeface="DejaVu Sans"/>
              </a:rPr>
              <a:t>tracking</a:t>
            </a:r>
            <a:r>
              <a:rPr b="0" lang="en-IN" sz="1900" spc="-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9" strike="noStrike">
                <a:solidFill>
                  <a:srgbClr val="262525"/>
                </a:solidFill>
                <a:latin typeface="Tahoma"/>
                <a:ea typeface="DejaVu Sans"/>
              </a:rPr>
              <a:t>capabilities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3" name="object 43" descr=""/>
          <p:cNvPicPr/>
          <p:nvPr/>
        </p:nvPicPr>
        <p:blipFill>
          <a:blip r:embed="rId14"/>
          <a:stretch/>
        </p:blipFill>
        <p:spPr>
          <a:xfrm>
            <a:off x="9309240" y="7983360"/>
            <a:ext cx="473760" cy="483480"/>
          </a:xfrm>
          <a:prstGeom prst="rect">
            <a:avLst/>
          </a:prstGeom>
          <a:ln w="0">
            <a:noFill/>
          </a:ln>
        </p:spPr>
      </p:pic>
      <p:sp>
        <p:nvSpPr>
          <p:cNvPr id="444" name="object 44"/>
          <p:cNvSpPr/>
          <p:nvPr/>
        </p:nvSpPr>
        <p:spPr>
          <a:xfrm>
            <a:off x="10092240" y="8003520"/>
            <a:ext cx="6110640" cy="12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1" lang="en-IN" sz="2550" spc="-12" strike="noStrike">
                <a:solidFill>
                  <a:srgbClr val="262525"/>
                </a:solidFill>
                <a:latin typeface="Georgia"/>
                <a:ea typeface="DejaVu Sans"/>
              </a:rPr>
              <a:t>Admin</a:t>
            </a:r>
            <a:endParaRPr b="0" lang="en-US" sz="25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4000"/>
              </a:lnSpc>
              <a:spcBef>
                <a:spcPts val="754"/>
              </a:spcBef>
            </a:pPr>
            <a:r>
              <a:rPr b="0" lang="en-IN" sz="1900" spc="80" strike="noStrike">
                <a:solidFill>
                  <a:srgbClr val="262525"/>
                </a:solidFill>
                <a:latin typeface="Tahoma"/>
                <a:ea typeface="DejaVu Sans"/>
              </a:rPr>
              <a:t>Vendor</a:t>
            </a:r>
            <a:r>
              <a:rPr b="0" lang="en-IN" sz="1900" spc="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0" strike="noStrike">
                <a:solidFill>
                  <a:srgbClr val="262525"/>
                </a:solidFill>
                <a:latin typeface="Tahoma"/>
                <a:ea typeface="DejaVu Sans"/>
              </a:rPr>
              <a:t>approval</a:t>
            </a:r>
            <a:r>
              <a:rPr b="0" lang="en-IN" sz="1900" spc="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workflows,</a:t>
            </a:r>
            <a:r>
              <a:rPr b="0" lang="en-IN" sz="1900" spc="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46" strike="noStrike">
                <a:solidFill>
                  <a:srgbClr val="262525"/>
                </a:solidFill>
                <a:latin typeface="Tahoma"/>
                <a:ea typeface="DejaVu Sans"/>
              </a:rPr>
              <a:t>platform</a:t>
            </a:r>
            <a:r>
              <a:rPr b="0" lang="en-IN" sz="1900" spc="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262525"/>
                </a:solidFill>
                <a:latin typeface="Tahoma"/>
                <a:ea typeface="DejaVu Sans"/>
              </a:rPr>
              <a:t>monitoring,</a:t>
            </a:r>
            <a:r>
              <a:rPr b="0" lang="en-IN" sz="1900" spc="41" strike="noStrike">
                <a:solidFill>
                  <a:srgbClr val="262525"/>
                </a:solidFill>
                <a:latin typeface="Tahoma"/>
                <a:ea typeface="DejaVu Sans"/>
              </a:rPr>
              <a:t> and </a:t>
            </a:r>
            <a:r>
              <a:rPr b="0" lang="en-IN" sz="1900" spc="80" strike="noStrike">
                <a:solidFill>
                  <a:srgbClr val="262525"/>
                </a:solidFill>
                <a:latin typeface="Tahoma"/>
                <a:ea typeface="DejaVu Sans"/>
              </a:rPr>
              <a:t>comprehensive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analytics</a:t>
            </a:r>
            <a:r>
              <a:rPr b="0" lang="en-IN" sz="190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900" spc="66" strike="noStrike">
                <a:solidFill>
                  <a:srgbClr val="262525"/>
                </a:solidFill>
                <a:latin typeface="Tahoma"/>
                <a:ea typeface="DejaVu Sans"/>
              </a:rPr>
              <a:t>dashboard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object 2" descr=""/>
          <p:cNvPicPr/>
          <p:nvPr/>
        </p:nvPicPr>
        <p:blipFill>
          <a:blip r:embed="rId1"/>
          <a:stretch/>
        </p:blipFill>
        <p:spPr>
          <a:xfrm>
            <a:off x="2549520" y="1692360"/>
            <a:ext cx="835560" cy="8025840"/>
          </a:xfrm>
          <a:prstGeom prst="rect">
            <a:avLst/>
          </a:prstGeom>
          <a:ln w="0">
            <a:noFill/>
          </a:ln>
        </p:spPr>
      </p:pic>
      <p:pic>
        <p:nvPicPr>
          <p:cNvPr id="446" name="object 3" descr=""/>
          <p:cNvPicPr/>
          <p:nvPr/>
        </p:nvPicPr>
        <p:blipFill>
          <a:blip r:embed="rId2"/>
          <a:stretch/>
        </p:blipFill>
        <p:spPr>
          <a:xfrm>
            <a:off x="11238120" y="1521720"/>
            <a:ext cx="5609520" cy="7247880"/>
          </a:xfrm>
          <a:prstGeom prst="rect">
            <a:avLst/>
          </a:prstGeom>
          <a:ln w="0">
            <a:noFill/>
          </a:ln>
        </p:spPr>
      </p:pic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2536560" y="496800"/>
            <a:ext cx="5923080" cy="1734840"/>
          </a:xfrm>
          <a:prstGeom prst="rect">
            <a:avLst/>
          </a:prstGeom>
          <a:noFill/>
          <a:ln w="0">
            <a:noFill/>
          </a:ln>
        </p:spPr>
        <p:txBody>
          <a:bodyPr lIns="0" rIns="0" tIns="1728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36"/>
              </a:spcBef>
              <a:buNone/>
            </a:pPr>
            <a:r>
              <a:rPr b="1" lang="en-IN" sz="3400" spc="-256" strike="noStrike">
                <a:solidFill>
                  <a:srgbClr val="000000"/>
                </a:solidFill>
                <a:latin typeface="Georgia"/>
              </a:rPr>
              <a:t>Order</a:t>
            </a:r>
            <a:r>
              <a:rPr b="1" lang="en-IN" sz="3400" spc="-92" strike="noStrike">
                <a:solidFill>
                  <a:srgbClr val="000000"/>
                </a:solidFill>
                <a:latin typeface="Georgia"/>
              </a:rPr>
              <a:t> </a:t>
            </a:r>
            <a:r>
              <a:rPr b="1" lang="en-IN" sz="3400" spc="-205" strike="noStrike">
                <a:solidFill>
                  <a:srgbClr val="000000"/>
                </a:solidFill>
                <a:latin typeface="Georgia"/>
              </a:rPr>
              <a:t>Processing</a:t>
            </a:r>
            <a:r>
              <a:rPr b="1" lang="en-IN" sz="3400" spc="-86" strike="noStrike">
                <a:solidFill>
                  <a:srgbClr val="000000"/>
                </a:solidFill>
                <a:latin typeface="Georgia"/>
              </a:rPr>
              <a:t> </a:t>
            </a:r>
            <a:r>
              <a:rPr b="1" lang="en-IN" sz="3400" spc="-310" strike="noStrike">
                <a:solidFill>
                  <a:srgbClr val="000000"/>
                </a:solidFill>
                <a:latin typeface="Georgia"/>
              </a:rPr>
              <a:t>Flow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object 5"/>
          <p:cNvSpPr/>
          <p:nvPr/>
        </p:nvSpPr>
        <p:spPr>
          <a:xfrm>
            <a:off x="2536560" y="1312920"/>
            <a:ext cx="7968600" cy="82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040" bIns="0" anchor="t">
            <a:spAutoFit/>
          </a:bodyPr>
          <a:p>
            <a:pPr marL="12600">
              <a:lnSpc>
                <a:spcPct val="100000"/>
              </a:lnSpc>
              <a:spcBef>
                <a:spcPts val="111"/>
              </a:spcBef>
            </a:pPr>
            <a:r>
              <a:rPr b="0" lang="en-IN" sz="1300" spc="49" strike="noStrike">
                <a:solidFill>
                  <a:srgbClr val="262525"/>
                </a:solidFill>
                <a:latin typeface="Tahoma"/>
                <a:ea typeface="DejaVu Sans"/>
              </a:rPr>
              <a:t>The</a:t>
            </a:r>
            <a:r>
              <a:rPr b="0" lang="en-IN" sz="1300" spc="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order</a:t>
            </a:r>
            <a:r>
              <a:rPr b="0" lang="en-IN" sz="1300" spc="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55" strike="noStrike">
                <a:solidFill>
                  <a:srgbClr val="262525"/>
                </a:solidFill>
                <a:latin typeface="Tahoma"/>
                <a:ea typeface="DejaVu Sans"/>
              </a:rPr>
              <a:t>lifecycle</a:t>
            </a:r>
            <a:r>
              <a:rPr b="0" lang="en-IN" sz="1300" spc="6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49" strike="noStrike">
                <a:solidFill>
                  <a:srgbClr val="262525"/>
                </a:solidFill>
                <a:latin typeface="Tahoma"/>
                <a:ea typeface="DejaVu Sans"/>
              </a:rPr>
              <a:t>ensures</a:t>
            </a:r>
            <a:r>
              <a:rPr b="0" lang="en-IN" sz="1300" spc="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46" strike="noStrike">
                <a:solidFill>
                  <a:srgbClr val="262525"/>
                </a:solidFill>
                <a:latin typeface="Tahoma"/>
                <a:ea typeface="DejaVu Sans"/>
              </a:rPr>
              <a:t>complete</a:t>
            </a:r>
            <a:r>
              <a:rPr b="0" lang="en-IN" sz="1300" spc="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tracking</a:t>
            </a:r>
            <a:r>
              <a:rPr b="0" lang="en-IN" sz="1300" spc="6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300" spc="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data</a:t>
            </a:r>
            <a:r>
              <a:rPr b="0" lang="en-IN" sz="1300" spc="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60" strike="noStrike">
                <a:solidFill>
                  <a:srgbClr val="262525"/>
                </a:solidFill>
                <a:latin typeface="Tahoma"/>
                <a:ea typeface="DejaVu Sans"/>
              </a:rPr>
              <a:t>consistency</a:t>
            </a:r>
            <a:r>
              <a:rPr b="0" lang="en-IN" sz="1300" spc="6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from</a:t>
            </a:r>
            <a:r>
              <a:rPr b="0" lang="en-IN" sz="1300" spc="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cart</a:t>
            </a:r>
            <a:r>
              <a:rPr b="0" lang="en-IN" sz="1300" spc="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addition</a:t>
            </a:r>
            <a:r>
              <a:rPr b="0" lang="en-IN" sz="1300" spc="6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to</a:t>
            </a:r>
            <a:r>
              <a:rPr b="0" lang="en-IN" sz="1300" spc="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final</a:t>
            </a:r>
            <a:r>
              <a:rPr b="0" lang="en-IN" sz="1300" spc="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2" strike="noStrike">
                <a:solidFill>
                  <a:srgbClr val="262525"/>
                </a:solidFill>
                <a:latin typeface="Tahoma"/>
                <a:ea typeface="DejaVu Sans"/>
              </a:rPr>
              <a:t>delivery.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785"/>
              </a:spcBef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</a:pPr>
            <a:r>
              <a:rPr b="1" lang="en-IN" sz="1650" spc="-97" strike="noStrike">
                <a:solidFill>
                  <a:srgbClr val="262525"/>
                </a:solidFill>
                <a:latin typeface="Georgia"/>
                <a:ea typeface="DejaVu Sans"/>
              </a:rPr>
              <a:t>Cart</a:t>
            </a:r>
            <a:r>
              <a:rPr b="1" lang="en-IN" sz="1650" spc="-15" strike="noStrike">
                <a:solidFill>
                  <a:srgbClr val="262525"/>
                </a:solidFill>
                <a:latin typeface="Georgia"/>
                <a:ea typeface="DejaVu Sans"/>
              </a:rPr>
              <a:t> </a:t>
            </a:r>
            <a:r>
              <a:rPr b="1" lang="en-IN" sz="1650" spc="-12" strike="noStrike">
                <a:solidFill>
                  <a:srgbClr val="262525"/>
                </a:solidFill>
                <a:latin typeface="Georgia"/>
                <a:ea typeface="DejaVu Sans"/>
              </a:rPr>
              <a:t>Addition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  <a:spcBef>
                <a:spcPts val="876"/>
              </a:spcBef>
            </a:pPr>
            <a:r>
              <a:rPr b="0" lang="en-IN" sz="1300" spc="55" strike="noStrike">
                <a:solidFill>
                  <a:srgbClr val="262525"/>
                </a:solidFill>
                <a:latin typeface="Tahoma"/>
                <a:ea typeface="DejaVu Sans"/>
              </a:rPr>
              <a:t>Customer</a:t>
            </a:r>
            <a:r>
              <a:rPr b="0" lang="en-IN" sz="130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60" strike="noStrike">
                <a:solidFill>
                  <a:srgbClr val="262525"/>
                </a:solidFill>
                <a:latin typeface="Tahoma"/>
                <a:ea typeface="DejaVu Sans"/>
              </a:rPr>
              <a:t>adds</a:t>
            </a:r>
            <a:r>
              <a:rPr b="0" lang="en-IN" sz="130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7" strike="noStrike">
                <a:solidFill>
                  <a:srgbClr val="262525"/>
                </a:solidFill>
                <a:latin typeface="Tahoma"/>
                <a:ea typeface="DejaVu Sans"/>
              </a:rPr>
              <a:t>items</a:t>
            </a:r>
            <a:r>
              <a:rPr b="0" lang="en-IN" sz="130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7" strike="noStrike">
                <a:solidFill>
                  <a:srgbClr val="262525"/>
                </a:solidFill>
                <a:latin typeface="Tahoma"/>
                <a:ea typeface="DejaVu Sans"/>
              </a:rPr>
              <a:t>to</a:t>
            </a:r>
            <a:r>
              <a:rPr b="0" lang="en-IN" sz="130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7" strike="noStrike">
                <a:solidFill>
                  <a:srgbClr val="262525"/>
                </a:solidFill>
                <a:latin typeface="Tahoma"/>
                <a:ea typeface="DejaVu Sans"/>
              </a:rPr>
              <a:t>cart</a:t>
            </a:r>
            <a:r>
              <a:rPr b="0" lang="en-IN" sz="130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7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30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41" strike="noStrike">
                <a:solidFill>
                  <a:srgbClr val="262525"/>
                </a:solidFill>
                <a:latin typeface="Tahoma"/>
                <a:ea typeface="DejaVu Sans"/>
              </a:rPr>
              <a:t>single-</a:t>
            </a:r>
            <a:r>
              <a:rPr b="0" lang="en-IN" sz="1300" spc="49" strike="noStrike">
                <a:solidFill>
                  <a:srgbClr val="262525"/>
                </a:solidFill>
                <a:latin typeface="Tahoma"/>
                <a:ea typeface="DejaVu Sans"/>
              </a:rPr>
              <a:t>vendor</a:t>
            </a:r>
            <a:r>
              <a:rPr b="0" lang="en-IN" sz="130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7" strike="noStrike">
                <a:solidFill>
                  <a:srgbClr val="262525"/>
                </a:solidFill>
                <a:latin typeface="Tahoma"/>
                <a:ea typeface="DejaVu Sans"/>
              </a:rPr>
              <a:t>constraint</a:t>
            </a:r>
            <a:r>
              <a:rPr b="0" lang="en-IN" sz="1300" spc="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55" strike="noStrike">
                <a:solidFill>
                  <a:srgbClr val="262525"/>
                </a:solidFill>
                <a:latin typeface="Tahoma"/>
                <a:ea typeface="DejaVu Sans"/>
              </a:rPr>
              <a:t>enforced</a:t>
            </a:r>
            <a:r>
              <a:rPr b="0" lang="en-IN" sz="130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2" strike="noStrike">
                <a:solidFill>
                  <a:srgbClr val="262525"/>
                </a:solidFill>
                <a:latin typeface="Tahoma"/>
                <a:ea typeface="DejaVu Sans"/>
              </a:rPr>
              <a:t>automatically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  <a:spcBef>
                <a:spcPts val="349"/>
              </a:spcBef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</a:pPr>
            <a:r>
              <a:rPr b="1" lang="en-IN" sz="1650" spc="-126" strike="noStrike">
                <a:solidFill>
                  <a:srgbClr val="262525"/>
                </a:solidFill>
                <a:latin typeface="Georgia"/>
                <a:ea typeface="DejaVu Sans"/>
              </a:rPr>
              <a:t>Order</a:t>
            </a:r>
            <a:r>
              <a:rPr b="1" lang="en-IN" sz="1650" spc="-15" strike="noStrike">
                <a:solidFill>
                  <a:srgbClr val="262525"/>
                </a:solidFill>
                <a:latin typeface="Georgia"/>
                <a:ea typeface="DejaVu Sans"/>
              </a:rPr>
              <a:t> </a:t>
            </a:r>
            <a:r>
              <a:rPr b="1" lang="en-IN" sz="1650" spc="-12" strike="noStrike">
                <a:solidFill>
                  <a:srgbClr val="262525"/>
                </a:solidFill>
                <a:latin typeface="Georgia"/>
                <a:ea typeface="DejaVu Sans"/>
              </a:rPr>
              <a:t>Creation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  <a:spcBef>
                <a:spcPts val="876"/>
              </a:spcBef>
            </a:pP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Order</a:t>
            </a:r>
            <a:r>
              <a:rPr b="0" lang="en-IN" sz="130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created</a:t>
            </a:r>
            <a:r>
              <a:rPr b="0" lang="en-IN" sz="130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300" spc="8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66" strike="noStrike">
                <a:solidFill>
                  <a:srgbClr val="262525"/>
                </a:solidFill>
                <a:latin typeface="Tahoma"/>
                <a:ea typeface="DejaVu Sans"/>
              </a:rPr>
              <a:t>PENDING_PAYMENT</a:t>
            </a:r>
            <a:r>
              <a:rPr b="0" lang="en-IN" sz="130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status</a:t>
            </a:r>
            <a:r>
              <a:rPr b="0" lang="en-IN" sz="130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300" spc="8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49" strike="noStrike">
                <a:solidFill>
                  <a:srgbClr val="262525"/>
                </a:solidFill>
                <a:latin typeface="Tahoma"/>
                <a:ea typeface="DejaVu Sans"/>
              </a:rPr>
              <a:t>price</a:t>
            </a:r>
            <a:r>
              <a:rPr b="0" lang="en-IN" sz="130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46" strike="noStrike">
                <a:solidFill>
                  <a:srgbClr val="262525"/>
                </a:solidFill>
                <a:latin typeface="Tahoma"/>
                <a:ea typeface="DejaVu Sans"/>
              </a:rPr>
              <a:t>snapshot</a:t>
            </a:r>
            <a:r>
              <a:rPr b="0" lang="en-IN" sz="1300" spc="8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2" strike="noStrike">
                <a:solidFill>
                  <a:srgbClr val="262525"/>
                </a:solidFill>
                <a:latin typeface="Tahoma"/>
                <a:ea typeface="DejaVu Sans"/>
              </a:rPr>
              <a:t>stored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  <a:spcBef>
                <a:spcPts val="346"/>
              </a:spcBef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</a:pPr>
            <a:r>
              <a:rPr b="1" lang="en-IN" sz="1650" spc="-100" strike="noStrike">
                <a:solidFill>
                  <a:srgbClr val="262525"/>
                </a:solidFill>
                <a:latin typeface="Georgia"/>
                <a:ea typeface="DejaVu Sans"/>
              </a:rPr>
              <a:t>Payment</a:t>
            </a:r>
            <a:r>
              <a:rPr b="1" lang="en-IN" sz="1650" spc="-46" strike="noStrike">
                <a:solidFill>
                  <a:srgbClr val="262525"/>
                </a:solidFill>
                <a:latin typeface="Georgia"/>
                <a:ea typeface="DejaVu Sans"/>
              </a:rPr>
              <a:t> </a:t>
            </a:r>
            <a:r>
              <a:rPr b="1" lang="en-IN" sz="1650" spc="-12" strike="noStrike">
                <a:solidFill>
                  <a:srgbClr val="262525"/>
                </a:solidFill>
                <a:latin typeface="Georgia"/>
                <a:ea typeface="DejaVu Sans"/>
              </a:rPr>
              <a:t>Initiation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  <a:spcBef>
                <a:spcPts val="876"/>
              </a:spcBef>
            </a:pPr>
            <a:r>
              <a:rPr b="0" lang="en-IN" sz="1300" spc="46" strike="noStrike">
                <a:solidFill>
                  <a:srgbClr val="262525"/>
                </a:solidFill>
                <a:latin typeface="Tahoma"/>
                <a:ea typeface="DejaVu Sans"/>
              </a:rPr>
              <a:t>Razorpay</a:t>
            </a:r>
            <a:r>
              <a:rPr b="0" lang="en-IN" sz="130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55" strike="noStrike">
                <a:solidFill>
                  <a:srgbClr val="262525"/>
                </a:solidFill>
                <a:latin typeface="Tahoma"/>
                <a:ea typeface="DejaVu Sans"/>
              </a:rPr>
              <a:t>checkout</a:t>
            </a:r>
            <a:r>
              <a:rPr b="0" lang="en-IN" sz="1300" spc="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46" strike="noStrike">
                <a:solidFill>
                  <a:srgbClr val="262525"/>
                </a:solidFill>
                <a:latin typeface="Tahoma"/>
                <a:ea typeface="DejaVu Sans"/>
              </a:rPr>
              <a:t>launched</a:t>
            </a:r>
            <a:r>
              <a:rPr b="0" lang="en-IN" sz="130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300" spc="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payment</a:t>
            </a:r>
            <a:r>
              <a:rPr b="0" lang="en-IN" sz="130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69" strike="noStrike">
                <a:solidFill>
                  <a:srgbClr val="262525"/>
                </a:solidFill>
                <a:latin typeface="Tahoma"/>
                <a:ea typeface="DejaVu Sans"/>
              </a:rPr>
              <a:t>processed</a:t>
            </a:r>
            <a:r>
              <a:rPr b="0" lang="en-IN" sz="1300" spc="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41" strike="noStrike">
                <a:solidFill>
                  <a:srgbClr val="262525"/>
                </a:solidFill>
                <a:latin typeface="Tahoma"/>
                <a:ea typeface="DejaVu Sans"/>
              </a:rPr>
              <a:t>securely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  <a:spcBef>
                <a:spcPts val="349"/>
              </a:spcBef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</a:pPr>
            <a:r>
              <a:rPr b="1" lang="en-IN" sz="1650" spc="-12" strike="noStrike">
                <a:solidFill>
                  <a:srgbClr val="262525"/>
                </a:solidFill>
                <a:latin typeface="Georgia"/>
                <a:ea typeface="DejaVu Sans"/>
              </a:rPr>
              <a:t>Verification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  <a:spcBef>
                <a:spcPts val="876"/>
              </a:spcBef>
            </a:pPr>
            <a:r>
              <a:rPr b="0" lang="en-IN" sz="1300" spc="131" strike="noStrike">
                <a:solidFill>
                  <a:srgbClr val="262525"/>
                </a:solidFill>
                <a:latin typeface="Tahoma"/>
                <a:ea typeface="DejaVu Sans"/>
              </a:rPr>
              <a:t>HMAC</a:t>
            </a:r>
            <a:r>
              <a:rPr b="0" lang="en-IN" sz="1300" spc="10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7" strike="noStrike">
                <a:solidFill>
                  <a:srgbClr val="262525"/>
                </a:solidFill>
                <a:latin typeface="Tahoma"/>
                <a:ea typeface="DejaVu Sans"/>
              </a:rPr>
              <a:t>signature</a:t>
            </a:r>
            <a:r>
              <a:rPr b="0" lang="en-IN" sz="1300" spc="10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7" strike="noStrike">
                <a:solidFill>
                  <a:srgbClr val="262525"/>
                </a:solidFill>
                <a:latin typeface="Tahoma"/>
                <a:ea typeface="DejaVu Sans"/>
              </a:rPr>
              <a:t>verification</a:t>
            </a:r>
            <a:r>
              <a:rPr b="0" lang="en-IN" sz="1300" spc="10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49" strike="noStrike">
                <a:solidFill>
                  <a:srgbClr val="262525"/>
                </a:solidFill>
                <a:latin typeface="Tahoma"/>
                <a:ea typeface="DejaVu Sans"/>
              </a:rPr>
              <a:t>ensures</a:t>
            </a:r>
            <a:r>
              <a:rPr b="0" lang="en-IN" sz="1300" spc="10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7" strike="noStrike">
                <a:solidFill>
                  <a:srgbClr val="262525"/>
                </a:solidFill>
                <a:latin typeface="Tahoma"/>
                <a:ea typeface="DejaVu Sans"/>
              </a:rPr>
              <a:t>payment</a:t>
            </a:r>
            <a:r>
              <a:rPr b="0" lang="en-IN" sz="1300" spc="10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2" strike="noStrike">
                <a:solidFill>
                  <a:srgbClr val="262525"/>
                </a:solidFill>
                <a:latin typeface="Tahoma"/>
                <a:ea typeface="DejaVu Sans"/>
              </a:rPr>
              <a:t>authenticity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  <a:spcBef>
                <a:spcPts val="346"/>
              </a:spcBef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</a:pPr>
            <a:r>
              <a:rPr b="1" lang="en-IN" sz="1650" spc="-12" strike="noStrike">
                <a:solidFill>
                  <a:srgbClr val="262525"/>
                </a:solidFill>
                <a:latin typeface="Georgia"/>
                <a:ea typeface="DejaVu Sans"/>
              </a:rPr>
              <a:t>Confirmation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  <a:spcBef>
                <a:spcPts val="876"/>
              </a:spcBef>
            </a:pP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Order</a:t>
            </a:r>
            <a:r>
              <a:rPr b="0" lang="en-IN" sz="1300" spc="9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status</a:t>
            </a:r>
            <a:r>
              <a:rPr b="0" lang="en-IN" sz="1300" spc="94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updated</a:t>
            </a:r>
            <a:r>
              <a:rPr b="0" lang="en-IN" sz="1300" spc="94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to</a:t>
            </a:r>
            <a:r>
              <a:rPr b="0" lang="en-IN" sz="1300" spc="94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55" strike="noStrike">
                <a:solidFill>
                  <a:srgbClr val="262525"/>
                </a:solidFill>
                <a:latin typeface="Tahoma"/>
                <a:ea typeface="DejaVu Sans"/>
              </a:rPr>
              <a:t>CONFIRMED</a:t>
            </a:r>
            <a:r>
              <a:rPr b="0" lang="en-IN" sz="1300" spc="94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300" spc="94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46" strike="noStrike">
                <a:solidFill>
                  <a:srgbClr val="262525"/>
                </a:solidFill>
                <a:latin typeface="Tahoma"/>
                <a:ea typeface="DejaVu Sans"/>
              </a:rPr>
              <a:t>vendor</a:t>
            </a:r>
            <a:r>
              <a:rPr b="0" lang="en-IN" sz="1300" spc="94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2" strike="noStrike">
                <a:solidFill>
                  <a:srgbClr val="262525"/>
                </a:solidFill>
                <a:latin typeface="Tahoma"/>
                <a:ea typeface="DejaVu Sans"/>
              </a:rPr>
              <a:t>notified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  <a:spcBef>
                <a:spcPts val="349"/>
              </a:spcBef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</a:pPr>
            <a:r>
              <a:rPr b="1" lang="en-IN" sz="1650" spc="-12" strike="noStrike">
                <a:solidFill>
                  <a:srgbClr val="262525"/>
                </a:solidFill>
                <a:latin typeface="Georgia"/>
                <a:ea typeface="DejaVu Sans"/>
              </a:rPr>
              <a:t>Acceptance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  <a:spcBef>
                <a:spcPts val="876"/>
              </a:spcBef>
            </a:pPr>
            <a:r>
              <a:rPr b="0" lang="en-IN" sz="1300" spc="55" strike="noStrike">
                <a:solidFill>
                  <a:srgbClr val="262525"/>
                </a:solidFill>
                <a:latin typeface="Tahoma"/>
                <a:ea typeface="DejaVu Sans"/>
              </a:rPr>
              <a:t>Vendor</a:t>
            </a:r>
            <a:r>
              <a:rPr b="0" lang="en-IN" sz="1300" spc="94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66" strike="noStrike">
                <a:solidFill>
                  <a:srgbClr val="262525"/>
                </a:solidFill>
                <a:latin typeface="Tahoma"/>
                <a:ea typeface="DejaVu Sans"/>
              </a:rPr>
              <a:t>accepts</a:t>
            </a:r>
            <a:r>
              <a:rPr b="0" lang="en-IN" sz="1300" spc="10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order</a:t>
            </a:r>
            <a:r>
              <a:rPr b="0" lang="en-IN" sz="1300" spc="10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300" spc="94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status</a:t>
            </a:r>
            <a:r>
              <a:rPr b="0" lang="en-IN" sz="1300" spc="10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transitions</a:t>
            </a:r>
            <a:r>
              <a:rPr b="0" lang="en-IN" sz="1300" spc="10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to</a:t>
            </a:r>
            <a:r>
              <a:rPr b="0" lang="en-IN" sz="1300" spc="10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80" strike="noStrike">
                <a:solidFill>
                  <a:srgbClr val="262525"/>
                </a:solidFill>
                <a:latin typeface="Tahoma"/>
                <a:ea typeface="DejaVu Sans"/>
              </a:rPr>
              <a:t>ACCEPTED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  <a:spcBef>
                <a:spcPts val="346"/>
              </a:spcBef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</a:pPr>
            <a:r>
              <a:rPr b="1" lang="en-IN" sz="1650" spc="-12" strike="noStrike">
                <a:solidFill>
                  <a:srgbClr val="262525"/>
                </a:solidFill>
                <a:latin typeface="Georgia"/>
                <a:ea typeface="DejaVu Sans"/>
              </a:rPr>
              <a:t>Preparation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  <a:spcBef>
                <a:spcPts val="876"/>
              </a:spcBef>
            </a:pPr>
            <a:r>
              <a:rPr b="0" lang="en-IN" sz="1300" spc="69" strike="noStrike">
                <a:solidFill>
                  <a:srgbClr val="262525"/>
                </a:solidFill>
                <a:latin typeface="Tahoma"/>
                <a:ea typeface="DejaVu Sans"/>
              </a:rPr>
              <a:t>Food </a:t>
            </a:r>
            <a:r>
              <a:rPr b="0" lang="en-IN" sz="1300" spc="46" strike="noStrike">
                <a:solidFill>
                  <a:srgbClr val="262525"/>
                </a:solidFill>
                <a:latin typeface="Tahoma"/>
                <a:ea typeface="DejaVu Sans"/>
              </a:rPr>
              <a:t>prepared</a:t>
            </a:r>
            <a:r>
              <a:rPr b="0" lang="en-IN" sz="1300" spc="7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300" spc="7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status</a:t>
            </a:r>
            <a:r>
              <a:rPr b="0" lang="en-IN" sz="1300" spc="7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updated</a:t>
            </a:r>
            <a:r>
              <a:rPr b="0" lang="en-IN" sz="1300" spc="7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to</a:t>
            </a:r>
            <a:r>
              <a:rPr b="0" lang="en-IN" sz="1300" spc="7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55" strike="noStrike">
                <a:solidFill>
                  <a:srgbClr val="262525"/>
                </a:solidFill>
                <a:latin typeface="Tahoma"/>
                <a:ea typeface="DejaVu Sans"/>
              </a:rPr>
              <a:t>PREPARING</a:t>
            </a:r>
            <a:r>
              <a:rPr b="0" lang="en-IN" sz="1300" spc="7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300" spc="7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2" strike="noStrike">
                <a:solidFill>
                  <a:srgbClr val="262525"/>
                </a:solidFill>
                <a:latin typeface="Tahoma"/>
                <a:ea typeface="DejaVu Sans"/>
              </a:rPr>
              <a:t>READY_FOR_PICKUP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  <a:spcBef>
                <a:spcPts val="349"/>
              </a:spcBef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</a:pPr>
            <a:r>
              <a:rPr b="1" lang="en-IN" sz="1650" spc="-12" strike="noStrike">
                <a:solidFill>
                  <a:srgbClr val="262525"/>
                </a:solidFill>
                <a:latin typeface="Georgia"/>
                <a:ea typeface="DejaVu Sans"/>
              </a:rPr>
              <a:t>Delivery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  <a:p>
            <a:pPr marL="961560">
              <a:lnSpc>
                <a:spcPct val="100000"/>
              </a:lnSpc>
              <a:spcBef>
                <a:spcPts val="876"/>
              </a:spcBef>
            </a:pPr>
            <a:r>
              <a:rPr b="0" lang="en-IN" sz="1300" spc="46" strike="noStrike">
                <a:solidFill>
                  <a:srgbClr val="262525"/>
                </a:solidFill>
                <a:latin typeface="Tahoma"/>
                <a:ea typeface="DejaVu Sans"/>
              </a:rPr>
              <a:t>Shiprocket</a:t>
            </a:r>
            <a:r>
              <a:rPr b="0" lang="en-IN" sz="1300" spc="7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46" strike="noStrike">
                <a:solidFill>
                  <a:srgbClr val="262525"/>
                </a:solidFill>
                <a:latin typeface="Tahoma"/>
                <a:ea typeface="DejaVu Sans"/>
              </a:rPr>
              <a:t>creates</a:t>
            </a:r>
            <a:r>
              <a:rPr b="0" lang="en-IN" sz="130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shipment</a:t>
            </a:r>
            <a:r>
              <a:rPr b="0" lang="en-IN" sz="130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30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46" strike="noStrike">
                <a:solidFill>
                  <a:srgbClr val="262525"/>
                </a:solidFill>
                <a:latin typeface="Tahoma"/>
                <a:ea typeface="DejaVu Sans"/>
              </a:rPr>
              <a:t>tracks</a:t>
            </a:r>
            <a:r>
              <a:rPr b="0" lang="en-IN" sz="130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until</a:t>
            </a:r>
            <a:r>
              <a:rPr b="0" lang="en-IN" sz="130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" strike="noStrike">
                <a:solidFill>
                  <a:srgbClr val="262525"/>
                </a:solidFill>
                <a:latin typeface="Tahoma"/>
                <a:ea typeface="DejaVu Sans"/>
              </a:rPr>
              <a:t>DELIVERED</a:t>
            </a:r>
            <a:r>
              <a:rPr b="0" lang="en-IN" sz="1300" spc="8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300" spc="-12" strike="noStrike">
                <a:solidFill>
                  <a:srgbClr val="262525"/>
                </a:solidFill>
                <a:latin typeface="Tahoma"/>
                <a:ea typeface="DejaVu Sans"/>
              </a:rPr>
              <a:t>status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object 2" descr=""/>
          <p:cNvPicPr/>
          <p:nvPr/>
        </p:nvPicPr>
        <p:blipFill>
          <a:blip r:embed="rId1"/>
          <a:stretch/>
        </p:blipFill>
        <p:spPr>
          <a:xfrm>
            <a:off x="4125600" y="870840"/>
            <a:ext cx="8676720" cy="839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object 2" descr=""/>
          <p:cNvPicPr/>
          <p:nvPr/>
        </p:nvPicPr>
        <p:blipFill>
          <a:blip r:embed="rId1"/>
          <a:stretch/>
        </p:blipFill>
        <p:spPr>
          <a:xfrm>
            <a:off x="1291680" y="1145880"/>
            <a:ext cx="3599640" cy="7990920"/>
          </a:xfrm>
          <a:prstGeom prst="rect">
            <a:avLst/>
          </a:prstGeom>
          <a:ln w="0">
            <a:noFill/>
          </a:ln>
        </p:spPr>
      </p:pic>
      <p:pic>
        <p:nvPicPr>
          <p:cNvPr id="451" name="object 3" descr=""/>
          <p:cNvPicPr/>
          <p:nvPr/>
        </p:nvPicPr>
        <p:blipFill>
          <a:blip r:embed="rId2"/>
          <a:stretch/>
        </p:blipFill>
        <p:spPr>
          <a:xfrm>
            <a:off x="9623520" y="1145880"/>
            <a:ext cx="3599640" cy="7990920"/>
          </a:xfrm>
          <a:prstGeom prst="rect">
            <a:avLst/>
          </a:prstGeom>
          <a:ln w="0">
            <a:noFill/>
          </a:ln>
        </p:spPr>
      </p:pic>
      <p:pic>
        <p:nvPicPr>
          <p:cNvPr id="452" name="object 4" descr=""/>
          <p:cNvPicPr/>
          <p:nvPr/>
        </p:nvPicPr>
        <p:blipFill>
          <a:blip r:embed="rId3"/>
          <a:stretch/>
        </p:blipFill>
        <p:spPr>
          <a:xfrm>
            <a:off x="5546160" y="1145880"/>
            <a:ext cx="3599640" cy="7990920"/>
          </a:xfrm>
          <a:prstGeom prst="rect">
            <a:avLst/>
          </a:prstGeom>
          <a:ln w="0">
            <a:noFill/>
          </a:ln>
        </p:spPr>
      </p:pic>
      <p:pic>
        <p:nvPicPr>
          <p:cNvPr id="453" name="object 5" descr=""/>
          <p:cNvPicPr/>
          <p:nvPr/>
        </p:nvPicPr>
        <p:blipFill>
          <a:blip r:embed="rId4"/>
          <a:stretch/>
        </p:blipFill>
        <p:spPr>
          <a:xfrm>
            <a:off x="13700880" y="1145880"/>
            <a:ext cx="3599640" cy="7990920"/>
          </a:xfrm>
          <a:prstGeom prst="rect">
            <a:avLst/>
          </a:prstGeom>
          <a:ln w="0">
            <a:noFill/>
          </a:ln>
        </p:spPr>
      </p:pic>
      <p:sp>
        <p:nvSpPr>
          <p:cNvPr id="454" name="object 46"/>
          <p:cNvSpPr/>
          <p:nvPr/>
        </p:nvSpPr>
        <p:spPr>
          <a:xfrm>
            <a:off x="-180000" y="249480"/>
            <a:ext cx="16328160" cy="17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noAutofit/>
          </a:bodyPr>
          <a:p>
            <a:pPr marL="6854040">
              <a:lnSpc>
                <a:spcPct val="100000"/>
              </a:lnSpc>
              <a:spcBef>
                <a:spcPts val="99"/>
              </a:spcBef>
            </a:pPr>
            <a:r>
              <a:rPr b="1" lang="en-IN" sz="5000" spc="-290" strike="noStrike">
                <a:solidFill>
                  <a:srgbClr val="000000"/>
                </a:solidFill>
                <a:latin typeface="Georgia"/>
              </a:rPr>
              <a:t>Customer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object 2" descr=""/>
          <p:cNvPicPr/>
          <p:nvPr/>
        </p:nvPicPr>
        <p:blipFill>
          <a:blip r:embed="rId1"/>
          <a:stretch/>
        </p:blipFill>
        <p:spPr>
          <a:xfrm>
            <a:off x="11233080" y="1028880"/>
            <a:ext cx="3704400" cy="8228880"/>
          </a:xfrm>
          <a:prstGeom prst="rect">
            <a:avLst/>
          </a:prstGeom>
          <a:ln w="0">
            <a:noFill/>
          </a:ln>
        </p:spPr>
      </p:pic>
      <p:pic>
        <p:nvPicPr>
          <p:cNvPr id="456" name="object 3" descr=""/>
          <p:cNvPicPr/>
          <p:nvPr/>
        </p:nvPicPr>
        <p:blipFill>
          <a:blip r:embed="rId2"/>
          <a:stretch/>
        </p:blipFill>
        <p:spPr>
          <a:xfrm>
            <a:off x="1028880" y="1028880"/>
            <a:ext cx="3704400" cy="8228880"/>
          </a:xfrm>
          <a:prstGeom prst="rect">
            <a:avLst/>
          </a:prstGeom>
          <a:ln w="0">
            <a:noFill/>
          </a:ln>
        </p:spPr>
      </p:pic>
      <p:pic>
        <p:nvPicPr>
          <p:cNvPr id="457" name="object 4" descr=""/>
          <p:cNvPicPr/>
          <p:nvPr/>
        </p:nvPicPr>
        <p:blipFill>
          <a:blip r:embed="rId3"/>
          <a:stretch/>
        </p:blipFill>
        <p:spPr>
          <a:xfrm>
            <a:off x="6129720" y="1028880"/>
            <a:ext cx="3704400" cy="8228880"/>
          </a:xfrm>
          <a:prstGeom prst="rect">
            <a:avLst/>
          </a:prstGeom>
          <a:ln w="0">
            <a:noFill/>
          </a:ln>
        </p:spPr>
      </p:pic>
      <p:sp>
        <p:nvSpPr>
          <p:cNvPr id="458" name="object 45"/>
          <p:cNvSpPr/>
          <p:nvPr/>
        </p:nvSpPr>
        <p:spPr>
          <a:xfrm>
            <a:off x="-128520" y="180000"/>
            <a:ext cx="16328160" cy="17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noAutofit/>
          </a:bodyPr>
          <a:p>
            <a:pPr marL="6854040">
              <a:lnSpc>
                <a:spcPct val="100000"/>
              </a:lnSpc>
              <a:spcBef>
                <a:spcPts val="99"/>
              </a:spcBef>
            </a:pPr>
            <a:r>
              <a:rPr b="1" lang="en-IN" sz="5000" spc="-290" strike="noStrike">
                <a:solidFill>
                  <a:srgbClr val="000000"/>
                </a:solidFill>
                <a:latin typeface="Georgia"/>
              </a:rPr>
              <a:t>Vendor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object 2" descr=""/>
          <p:cNvPicPr/>
          <p:nvPr/>
        </p:nvPicPr>
        <p:blipFill>
          <a:blip r:embed="rId1"/>
          <a:stretch/>
        </p:blipFill>
        <p:spPr>
          <a:xfrm>
            <a:off x="1563840" y="1028880"/>
            <a:ext cx="3799800" cy="8228880"/>
          </a:xfrm>
          <a:prstGeom prst="rect">
            <a:avLst/>
          </a:prstGeom>
          <a:ln w="0">
            <a:noFill/>
          </a:ln>
        </p:spPr>
      </p:pic>
      <p:pic>
        <p:nvPicPr>
          <p:cNvPr id="460" name="object 3" descr=""/>
          <p:cNvPicPr/>
          <p:nvPr/>
        </p:nvPicPr>
        <p:blipFill>
          <a:blip r:embed="rId2"/>
          <a:stretch/>
        </p:blipFill>
        <p:spPr>
          <a:xfrm>
            <a:off x="12165480" y="1028880"/>
            <a:ext cx="3799800" cy="8228880"/>
          </a:xfrm>
          <a:prstGeom prst="rect">
            <a:avLst/>
          </a:prstGeom>
          <a:ln w="0">
            <a:noFill/>
          </a:ln>
        </p:spPr>
      </p:pic>
      <p:pic>
        <p:nvPicPr>
          <p:cNvPr id="461" name="object 4" descr=""/>
          <p:cNvPicPr/>
          <p:nvPr/>
        </p:nvPicPr>
        <p:blipFill>
          <a:blip r:embed="rId3"/>
          <a:stretch/>
        </p:blipFill>
        <p:spPr>
          <a:xfrm>
            <a:off x="6950160" y="1028880"/>
            <a:ext cx="3799800" cy="8228880"/>
          </a:xfrm>
          <a:prstGeom prst="rect">
            <a:avLst/>
          </a:prstGeom>
          <a:ln w="0">
            <a:noFill/>
          </a:ln>
        </p:spPr>
      </p:pic>
      <p:sp>
        <p:nvSpPr>
          <p:cNvPr id="462" name="object 1"/>
          <p:cNvSpPr/>
          <p:nvPr/>
        </p:nvSpPr>
        <p:spPr>
          <a:xfrm>
            <a:off x="1311480" y="249480"/>
            <a:ext cx="16328160" cy="17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noAutofit/>
          </a:bodyPr>
          <a:p>
            <a:pPr marL="6854040">
              <a:lnSpc>
                <a:spcPct val="100000"/>
              </a:lnSpc>
              <a:spcBef>
                <a:spcPts val="99"/>
              </a:spcBef>
            </a:pPr>
            <a:r>
              <a:rPr b="1" lang="en-IN" sz="5000" spc="-290" strike="noStrike">
                <a:solidFill>
                  <a:srgbClr val="000000"/>
                </a:solidFill>
                <a:latin typeface="Georgia"/>
              </a:rPr>
              <a:t>Admin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object 2" descr=""/>
          <p:cNvPicPr/>
          <p:nvPr/>
        </p:nvPicPr>
        <p:blipFill>
          <a:blip r:embed="rId1"/>
          <a:stretch/>
        </p:blipFill>
        <p:spPr>
          <a:xfrm>
            <a:off x="0" y="0"/>
            <a:ext cx="6857280" cy="10286280"/>
          </a:xfrm>
          <a:prstGeom prst="rect">
            <a:avLst/>
          </a:prstGeom>
          <a:ln w="0">
            <a:noFill/>
          </a:ln>
        </p:spPr>
      </p:pic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979560" y="810000"/>
            <a:ext cx="16328160" cy="17301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685404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IN" sz="5000" spc="-290" strike="noStrike">
                <a:solidFill>
                  <a:srgbClr val="000000"/>
                </a:solidFill>
                <a:latin typeface="Georgia"/>
              </a:rPr>
              <a:t>Conclusion</a:t>
            </a:r>
            <a:r>
              <a:rPr b="1" lang="en-IN" sz="5000" spc="-157" strike="noStrike">
                <a:solidFill>
                  <a:srgbClr val="000000"/>
                </a:solidFill>
                <a:latin typeface="Georgia"/>
              </a:rPr>
              <a:t> </a:t>
            </a:r>
            <a:r>
              <a:rPr b="1" lang="en-IN" sz="5000" spc="-242" strike="noStrike">
                <a:solidFill>
                  <a:srgbClr val="000000"/>
                </a:solidFill>
                <a:latin typeface="Georgia"/>
              </a:rPr>
              <a:t>&amp;</a:t>
            </a:r>
            <a:r>
              <a:rPr b="1" lang="en-IN" sz="5000" spc="-157" strike="noStrike">
                <a:solidFill>
                  <a:srgbClr val="000000"/>
                </a:solidFill>
                <a:latin typeface="Georgia"/>
              </a:rPr>
              <a:t> </a:t>
            </a:r>
            <a:r>
              <a:rPr b="1" lang="en-IN" sz="5000" spc="-392" strike="noStrike">
                <a:solidFill>
                  <a:srgbClr val="000000"/>
                </a:solidFill>
                <a:latin typeface="Georgia"/>
              </a:rPr>
              <a:t>Future</a:t>
            </a:r>
            <a:r>
              <a:rPr b="1" lang="en-IN" sz="5000" spc="-157" strike="noStrike">
                <a:solidFill>
                  <a:srgbClr val="000000"/>
                </a:solidFill>
                <a:latin typeface="Georgia"/>
              </a:rPr>
              <a:t> </a:t>
            </a:r>
            <a:r>
              <a:rPr b="1" lang="en-IN" sz="5000" spc="-296" strike="noStrike">
                <a:solidFill>
                  <a:srgbClr val="000000"/>
                </a:solidFill>
                <a:latin typeface="Georgia"/>
              </a:rPr>
              <a:t>Vision</a:t>
            </a:r>
            <a:endParaRPr b="0" lang="en-US" sz="5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object 4"/>
          <p:cNvSpPr/>
          <p:nvPr/>
        </p:nvSpPr>
        <p:spPr>
          <a:xfrm>
            <a:off x="7821360" y="2150640"/>
            <a:ext cx="5324400" cy="22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35000"/>
              </a:lnSpc>
              <a:spcBef>
                <a:spcPts val="96"/>
              </a:spcBef>
            </a:pPr>
            <a:r>
              <a:rPr b="0" lang="en-IN" sz="1850" spc="69" strike="noStrike">
                <a:solidFill>
                  <a:srgbClr val="262525"/>
                </a:solidFill>
                <a:latin typeface="Tahoma"/>
                <a:ea typeface="DejaVu Sans"/>
              </a:rPr>
              <a:t>HomeBite</a:t>
            </a:r>
            <a:r>
              <a:rPr b="0" lang="en-IN" sz="18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94" strike="noStrike">
                <a:solidFill>
                  <a:srgbClr val="262525"/>
                </a:solidFill>
                <a:latin typeface="Tahoma"/>
                <a:ea typeface="DejaVu Sans"/>
              </a:rPr>
              <a:t>successfully</a:t>
            </a:r>
            <a:r>
              <a:rPr b="0" lang="en-IN" sz="18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92" strike="noStrike">
                <a:solidFill>
                  <a:srgbClr val="262525"/>
                </a:solidFill>
                <a:latin typeface="Tahoma"/>
                <a:ea typeface="DejaVu Sans"/>
              </a:rPr>
              <a:t>addresses</a:t>
            </a:r>
            <a:r>
              <a:rPr b="0" lang="en-IN" sz="185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49" strike="noStrike">
                <a:solidFill>
                  <a:srgbClr val="262525"/>
                </a:solidFill>
                <a:latin typeface="Tahoma"/>
                <a:ea typeface="DejaVu Sans"/>
              </a:rPr>
              <a:t>a</a:t>
            </a:r>
            <a:r>
              <a:rPr b="0" lang="en-IN" sz="18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60" strike="noStrike">
                <a:solidFill>
                  <a:srgbClr val="262525"/>
                </a:solidFill>
                <a:latin typeface="Tahoma"/>
                <a:ea typeface="DejaVu Sans"/>
              </a:rPr>
              <a:t>real-</a:t>
            </a:r>
            <a:r>
              <a:rPr b="0" lang="en-IN" sz="1850" spc="66" strike="noStrike">
                <a:solidFill>
                  <a:srgbClr val="262525"/>
                </a:solidFill>
                <a:latin typeface="Tahoma"/>
                <a:ea typeface="DejaVu Sans"/>
              </a:rPr>
              <a:t>world </a:t>
            </a:r>
            <a:r>
              <a:rPr b="0" lang="en-IN" sz="1850" spc="75" strike="noStrike">
                <a:solidFill>
                  <a:srgbClr val="262525"/>
                </a:solidFill>
                <a:latin typeface="Tahoma"/>
                <a:ea typeface="DejaVu Sans"/>
              </a:rPr>
              <a:t>gap</a:t>
            </a:r>
            <a:r>
              <a:rPr b="0" lang="en-IN" sz="185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-1" strike="noStrike">
                <a:solidFill>
                  <a:srgbClr val="262525"/>
                </a:solidFill>
                <a:latin typeface="Tahoma"/>
                <a:ea typeface="DejaVu Sans"/>
              </a:rPr>
              <a:t>in</a:t>
            </a:r>
            <a:r>
              <a:rPr b="0" lang="en-IN" sz="185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-1" strike="noStrike">
                <a:solidFill>
                  <a:srgbClr val="262525"/>
                </a:solidFill>
                <a:latin typeface="Tahoma"/>
                <a:ea typeface="DejaVu Sans"/>
              </a:rPr>
              <a:t>the</a:t>
            </a:r>
            <a:r>
              <a:rPr b="0" lang="en-IN" sz="1850" spc="-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86" strike="noStrike">
                <a:solidFill>
                  <a:srgbClr val="262525"/>
                </a:solidFill>
                <a:latin typeface="Tahoma"/>
                <a:ea typeface="DejaVu Sans"/>
              </a:rPr>
              <a:t>food</a:t>
            </a:r>
            <a:r>
              <a:rPr b="0" lang="en-IN" sz="185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55" strike="noStrike">
                <a:solidFill>
                  <a:srgbClr val="262525"/>
                </a:solidFill>
                <a:latin typeface="Tahoma"/>
                <a:ea typeface="DejaVu Sans"/>
              </a:rPr>
              <a:t>delivery</a:t>
            </a:r>
            <a:r>
              <a:rPr b="0" lang="en-IN" sz="1850" spc="-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75" strike="noStrike">
                <a:solidFill>
                  <a:srgbClr val="262525"/>
                </a:solidFill>
                <a:latin typeface="Tahoma"/>
                <a:ea typeface="DejaVu Sans"/>
              </a:rPr>
              <a:t>ecosystem,</a:t>
            </a:r>
            <a:r>
              <a:rPr b="0" lang="en-IN" sz="185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60" strike="noStrike">
                <a:solidFill>
                  <a:srgbClr val="262525"/>
                </a:solidFill>
                <a:latin typeface="Tahoma"/>
                <a:ea typeface="DejaVu Sans"/>
              </a:rPr>
              <a:t>providing</a:t>
            </a:r>
            <a:r>
              <a:rPr b="0" lang="en-IN" sz="185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1" strike="noStrike">
                <a:solidFill>
                  <a:srgbClr val="262525"/>
                </a:solidFill>
                <a:latin typeface="Tahoma"/>
                <a:ea typeface="DejaVu Sans"/>
              </a:rPr>
              <a:t>a </a:t>
            </a:r>
            <a:r>
              <a:rPr b="0" lang="en-IN" sz="1850" spc="49" strike="noStrike">
                <a:solidFill>
                  <a:srgbClr val="262525"/>
                </a:solidFill>
                <a:latin typeface="Tahoma"/>
                <a:ea typeface="DejaVu Sans"/>
              </a:rPr>
              <a:t>structured</a:t>
            </a:r>
            <a:r>
              <a:rPr b="0" lang="en-IN" sz="18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66" strike="noStrike">
                <a:solidFill>
                  <a:srgbClr val="262525"/>
                </a:solidFill>
                <a:latin typeface="Tahoma"/>
                <a:ea typeface="DejaVu Sans"/>
              </a:rPr>
              <a:t>marketplace</a:t>
            </a:r>
            <a:r>
              <a:rPr b="0" lang="en-IN" sz="18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60" strike="noStrike">
                <a:solidFill>
                  <a:srgbClr val="262525"/>
                </a:solidFill>
                <a:latin typeface="Tahoma"/>
                <a:ea typeface="DejaVu Sans"/>
              </a:rPr>
              <a:t>for</a:t>
            </a:r>
            <a:r>
              <a:rPr b="0" lang="en-IN" sz="18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94" strike="noStrike">
                <a:solidFill>
                  <a:srgbClr val="262525"/>
                </a:solidFill>
                <a:latin typeface="Tahoma"/>
                <a:ea typeface="DejaVu Sans"/>
              </a:rPr>
              <a:t>home-</a:t>
            </a:r>
            <a:r>
              <a:rPr b="0" lang="en-IN" sz="1850" spc="92" strike="noStrike">
                <a:solidFill>
                  <a:srgbClr val="262525"/>
                </a:solidFill>
                <a:latin typeface="Tahoma"/>
                <a:ea typeface="DejaVu Sans"/>
              </a:rPr>
              <a:t>based</a:t>
            </a:r>
            <a:r>
              <a:rPr b="0" lang="en-IN" sz="18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66" strike="noStrike">
                <a:solidFill>
                  <a:srgbClr val="262525"/>
                </a:solidFill>
                <a:latin typeface="Tahoma"/>
                <a:ea typeface="DejaVu Sans"/>
              </a:rPr>
              <a:t>food </a:t>
            </a:r>
            <a:r>
              <a:rPr b="0" lang="en-IN" sz="1850" spc="92" strike="noStrike">
                <a:solidFill>
                  <a:srgbClr val="262525"/>
                </a:solidFill>
                <a:latin typeface="Tahoma"/>
                <a:ea typeface="DejaVu Sans"/>
              </a:rPr>
              <a:t>businesses</a:t>
            </a:r>
            <a:r>
              <a:rPr b="0" lang="en-IN" sz="1850" spc="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49" strike="noStrike">
                <a:solidFill>
                  <a:srgbClr val="262525"/>
                </a:solidFill>
                <a:latin typeface="Tahoma"/>
                <a:ea typeface="DejaVu Sans"/>
              </a:rPr>
              <a:t>while</a:t>
            </a:r>
            <a:r>
              <a:rPr b="0" lang="en-IN" sz="1850" spc="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49" strike="noStrike">
                <a:solidFill>
                  <a:srgbClr val="262525"/>
                </a:solidFill>
                <a:latin typeface="Tahoma"/>
                <a:ea typeface="DejaVu Sans"/>
              </a:rPr>
              <a:t>delivering</a:t>
            </a:r>
            <a:r>
              <a:rPr b="0" lang="en-IN" sz="1850" spc="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-1" strike="noStrike">
                <a:solidFill>
                  <a:srgbClr val="262525"/>
                </a:solidFill>
                <a:latin typeface="Tahoma"/>
                <a:ea typeface="DejaVu Sans"/>
              </a:rPr>
              <a:t>reliable,</a:t>
            </a:r>
            <a:r>
              <a:rPr b="0" lang="en-IN" sz="1850" spc="2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35" strike="noStrike">
                <a:solidFill>
                  <a:srgbClr val="262525"/>
                </a:solidFill>
                <a:latin typeface="Tahoma"/>
                <a:ea typeface="DejaVu Sans"/>
              </a:rPr>
              <a:t>transparent </a:t>
            </a:r>
            <a:r>
              <a:rPr b="0" lang="en-IN" sz="1850" spc="80" strike="noStrike">
                <a:solidFill>
                  <a:srgbClr val="262525"/>
                </a:solidFill>
                <a:latin typeface="Tahoma"/>
                <a:ea typeface="DejaVu Sans"/>
              </a:rPr>
              <a:t>experiences</a:t>
            </a:r>
            <a:r>
              <a:rPr b="0" lang="en-IN" sz="185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60" strike="noStrike">
                <a:solidFill>
                  <a:srgbClr val="262525"/>
                </a:solidFill>
                <a:latin typeface="Tahoma"/>
                <a:ea typeface="DejaVu Sans"/>
              </a:rPr>
              <a:t>for</a:t>
            </a:r>
            <a:r>
              <a:rPr b="0" lang="en-IN" sz="18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55" strike="noStrike">
                <a:solidFill>
                  <a:srgbClr val="262525"/>
                </a:solidFill>
                <a:latin typeface="Tahoma"/>
                <a:ea typeface="DejaVu Sans"/>
              </a:rPr>
              <a:t>customers.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6" name="object 5" descr=""/>
          <p:cNvPicPr/>
          <p:nvPr/>
        </p:nvPicPr>
        <p:blipFill>
          <a:blip r:embed="rId2"/>
          <a:stretch/>
        </p:blipFill>
        <p:spPr>
          <a:xfrm>
            <a:off x="7910280" y="5208120"/>
            <a:ext cx="75600" cy="75600"/>
          </a:xfrm>
          <a:prstGeom prst="rect">
            <a:avLst/>
          </a:prstGeom>
          <a:ln w="0">
            <a:noFill/>
          </a:ln>
        </p:spPr>
      </p:pic>
      <p:pic>
        <p:nvPicPr>
          <p:cNvPr id="467" name="object 6" descr=""/>
          <p:cNvPicPr/>
          <p:nvPr/>
        </p:nvPicPr>
        <p:blipFill>
          <a:blip r:embed="rId3"/>
          <a:stretch/>
        </p:blipFill>
        <p:spPr>
          <a:xfrm>
            <a:off x="7910280" y="5970240"/>
            <a:ext cx="75600" cy="75600"/>
          </a:xfrm>
          <a:prstGeom prst="rect">
            <a:avLst/>
          </a:prstGeom>
          <a:ln w="0">
            <a:noFill/>
          </a:ln>
        </p:spPr>
      </p:pic>
      <p:pic>
        <p:nvPicPr>
          <p:cNvPr id="468" name="object 7" descr=""/>
          <p:cNvPicPr/>
          <p:nvPr/>
        </p:nvPicPr>
        <p:blipFill>
          <a:blip r:embed="rId4"/>
          <a:stretch/>
        </p:blipFill>
        <p:spPr>
          <a:xfrm>
            <a:off x="7910280" y="6732360"/>
            <a:ext cx="75600" cy="75600"/>
          </a:xfrm>
          <a:prstGeom prst="rect">
            <a:avLst/>
          </a:prstGeom>
          <a:ln w="0">
            <a:noFill/>
          </a:ln>
        </p:spPr>
      </p:pic>
      <p:pic>
        <p:nvPicPr>
          <p:cNvPr id="469" name="object 8" descr=""/>
          <p:cNvPicPr/>
          <p:nvPr/>
        </p:nvPicPr>
        <p:blipFill>
          <a:blip r:embed="rId5"/>
          <a:stretch/>
        </p:blipFill>
        <p:spPr>
          <a:xfrm>
            <a:off x="7910280" y="7494120"/>
            <a:ext cx="75600" cy="75600"/>
          </a:xfrm>
          <a:prstGeom prst="rect">
            <a:avLst/>
          </a:prstGeom>
          <a:ln w="0">
            <a:noFill/>
          </a:ln>
        </p:spPr>
      </p:pic>
      <p:pic>
        <p:nvPicPr>
          <p:cNvPr id="470" name="object 9" descr=""/>
          <p:cNvPicPr/>
          <p:nvPr/>
        </p:nvPicPr>
        <p:blipFill>
          <a:blip r:embed="rId6"/>
          <a:stretch/>
        </p:blipFill>
        <p:spPr>
          <a:xfrm>
            <a:off x="7910280" y="8256240"/>
            <a:ext cx="75600" cy="75600"/>
          </a:xfrm>
          <a:prstGeom prst="rect">
            <a:avLst/>
          </a:prstGeom>
          <a:ln w="0">
            <a:noFill/>
          </a:ln>
        </p:spPr>
      </p:pic>
      <p:sp>
        <p:nvSpPr>
          <p:cNvPr id="471" name="object 10"/>
          <p:cNvSpPr/>
          <p:nvPr/>
        </p:nvSpPr>
        <p:spPr>
          <a:xfrm>
            <a:off x="7821360" y="4401360"/>
            <a:ext cx="5403600" cy="46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2500" spc="-245" strike="noStrike">
                <a:solidFill>
                  <a:srgbClr val="000000"/>
                </a:solidFill>
                <a:latin typeface="Georgia"/>
                <a:ea typeface="DejaVu Sans"/>
              </a:rPr>
              <a:t>Key</a:t>
            </a:r>
            <a:r>
              <a:rPr b="1" lang="en-IN" sz="2500" spc="-72" strike="noStrike">
                <a:solidFill>
                  <a:srgbClr val="000000"/>
                </a:solidFill>
                <a:latin typeface="Georgia"/>
                <a:ea typeface="DejaVu Sans"/>
              </a:rPr>
              <a:t> </a:t>
            </a:r>
            <a:r>
              <a:rPr b="1" lang="en-IN" sz="2500" spc="-55" strike="noStrike">
                <a:solidFill>
                  <a:srgbClr val="000000"/>
                </a:solidFill>
                <a:latin typeface="Georgia"/>
                <a:ea typeface="DejaVu Sans"/>
              </a:rPr>
              <a:t>Strengths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295200">
              <a:lnSpc>
                <a:spcPct val="135000"/>
              </a:lnSpc>
              <a:spcBef>
                <a:spcPts val="1451"/>
              </a:spcBef>
            </a:pPr>
            <a:r>
              <a:rPr b="0" lang="en-IN" sz="1850" spc="75" strike="noStrike">
                <a:solidFill>
                  <a:srgbClr val="262525"/>
                </a:solidFill>
                <a:latin typeface="Tahoma"/>
                <a:ea typeface="DejaVu Sans"/>
              </a:rPr>
              <a:t>Modular</a:t>
            </a:r>
            <a:r>
              <a:rPr b="0" lang="en-IN" sz="1850" spc="-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92" strike="noStrike">
                <a:solidFill>
                  <a:srgbClr val="262525"/>
                </a:solidFill>
                <a:latin typeface="Tahoma"/>
                <a:ea typeface="DejaVu Sans"/>
              </a:rPr>
              <a:t>backend</a:t>
            </a:r>
            <a:r>
              <a:rPr b="0" lang="en-IN" sz="1850" spc="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55" strike="noStrike">
                <a:solidFill>
                  <a:srgbClr val="262525"/>
                </a:solidFill>
                <a:latin typeface="Tahoma"/>
                <a:ea typeface="DejaVu Sans"/>
              </a:rPr>
              <a:t>architecture</a:t>
            </a:r>
            <a:r>
              <a:rPr b="0" lang="en-IN" sz="1850" spc="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-1" strike="noStrike">
                <a:solidFill>
                  <a:srgbClr val="262525"/>
                </a:solidFill>
                <a:latin typeface="Tahoma"/>
                <a:ea typeface="DejaVu Sans"/>
              </a:rPr>
              <a:t>with </a:t>
            </a:r>
            <a:r>
              <a:rPr b="0" lang="en-IN" sz="1850" spc="60" strike="noStrike">
                <a:solidFill>
                  <a:srgbClr val="262525"/>
                </a:solidFill>
                <a:latin typeface="Tahoma"/>
                <a:ea typeface="DejaVu Sans"/>
              </a:rPr>
              <a:t>clear </a:t>
            </a:r>
            <a:r>
              <a:rPr b="0" lang="en-IN" sz="1850" spc="49" strike="noStrike">
                <a:solidFill>
                  <a:srgbClr val="262525"/>
                </a:solidFill>
                <a:latin typeface="Tahoma"/>
                <a:ea typeface="DejaVu Sans"/>
              </a:rPr>
              <a:t>separation</a:t>
            </a:r>
            <a:r>
              <a:rPr b="0" lang="en-IN" sz="18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80" strike="noStrike">
                <a:solidFill>
                  <a:srgbClr val="262525"/>
                </a:solidFill>
                <a:latin typeface="Tahoma"/>
                <a:ea typeface="DejaVu Sans"/>
              </a:rPr>
              <a:t>of</a:t>
            </a:r>
            <a:r>
              <a:rPr b="0" lang="en-IN" sz="18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92" strike="noStrike">
                <a:solidFill>
                  <a:srgbClr val="262525"/>
                </a:solidFill>
                <a:latin typeface="Tahoma"/>
                <a:ea typeface="DejaVu Sans"/>
              </a:rPr>
              <a:t>concerns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295200">
              <a:lnSpc>
                <a:spcPct val="135000"/>
              </a:lnSpc>
            </a:pPr>
            <a:r>
              <a:rPr b="0" lang="en-IN" sz="1850" spc="94" strike="noStrike">
                <a:solidFill>
                  <a:srgbClr val="262525"/>
                </a:solidFill>
                <a:latin typeface="Tahoma"/>
                <a:ea typeface="DejaVu Sans"/>
              </a:rPr>
              <a:t>Secure</a:t>
            </a:r>
            <a:r>
              <a:rPr b="0" lang="en-IN" sz="1850" spc="6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131" strike="noStrike">
                <a:solidFill>
                  <a:srgbClr val="262525"/>
                </a:solidFill>
                <a:latin typeface="Tahoma"/>
                <a:ea typeface="DejaVu Sans"/>
              </a:rPr>
              <a:t>JWT-</a:t>
            </a:r>
            <a:r>
              <a:rPr b="0" lang="en-IN" sz="1850" spc="120" strike="noStrike">
                <a:solidFill>
                  <a:srgbClr val="262525"/>
                </a:solidFill>
                <a:latin typeface="Tahoma"/>
                <a:ea typeface="DejaVu Sans"/>
              </a:rPr>
              <a:t>based</a:t>
            </a:r>
            <a:r>
              <a:rPr b="0" lang="en-IN" sz="1850" spc="6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15" strike="noStrike">
                <a:solidFill>
                  <a:srgbClr val="262525"/>
                </a:solidFill>
                <a:latin typeface="Tahoma"/>
                <a:ea typeface="DejaVu Sans"/>
              </a:rPr>
              <a:t>authentication</a:t>
            </a:r>
            <a:r>
              <a:rPr b="0" lang="en-IN" sz="1850" spc="6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15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850" spc="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46" strike="noStrike">
                <a:solidFill>
                  <a:srgbClr val="262525"/>
                </a:solidFill>
                <a:latin typeface="Tahoma"/>
                <a:ea typeface="DejaVu Sans"/>
              </a:rPr>
              <a:t>token </a:t>
            </a:r>
            <a:r>
              <a:rPr b="0" lang="en-IN" sz="1850" spc="-12" strike="noStrike">
                <a:solidFill>
                  <a:srgbClr val="262525"/>
                </a:solidFill>
                <a:latin typeface="Tahoma"/>
                <a:ea typeface="DejaVu Sans"/>
              </a:rPr>
              <a:t>rotation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295200">
              <a:lnSpc>
                <a:spcPct val="135000"/>
              </a:lnSpc>
            </a:pPr>
            <a:r>
              <a:rPr b="0" lang="en-IN" sz="1850" spc="-1" strike="noStrike">
                <a:solidFill>
                  <a:srgbClr val="262525"/>
                </a:solidFill>
                <a:latin typeface="Tahoma"/>
                <a:ea typeface="DejaVu Sans"/>
              </a:rPr>
              <a:t>Integrated</a:t>
            </a:r>
            <a:r>
              <a:rPr b="0" lang="en-IN" sz="185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55" strike="noStrike">
                <a:solidFill>
                  <a:srgbClr val="262525"/>
                </a:solidFill>
                <a:latin typeface="Tahoma"/>
                <a:ea typeface="DejaVu Sans"/>
              </a:rPr>
              <a:t>payment</a:t>
            </a:r>
            <a:r>
              <a:rPr b="0" lang="en-IN" sz="1850" spc="-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850" spc="-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55" strike="noStrike">
                <a:solidFill>
                  <a:srgbClr val="262525"/>
                </a:solidFill>
                <a:latin typeface="Tahoma"/>
                <a:ea typeface="DejaVu Sans"/>
              </a:rPr>
              <a:t>delivery</a:t>
            </a:r>
            <a:r>
              <a:rPr b="0" lang="en-IN" sz="1850" spc="-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86" strike="noStrike">
                <a:solidFill>
                  <a:srgbClr val="262525"/>
                </a:solidFill>
                <a:latin typeface="Tahoma"/>
                <a:ea typeface="DejaVu Sans"/>
              </a:rPr>
              <a:t>systems</a:t>
            </a:r>
            <a:r>
              <a:rPr b="0" lang="en-IN" sz="1850" spc="-7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-21" strike="noStrike">
                <a:solidFill>
                  <a:srgbClr val="262525"/>
                </a:solidFill>
                <a:latin typeface="Tahoma"/>
                <a:ea typeface="DejaVu Sans"/>
              </a:rPr>
              <a:t>with </a:t>
            </a:r>
            <a:r>
              <a:rPr b="0" lang="en-IN" sz="1850" spc="66" strike="noStrike">
                <a:solidFill>
                  <a:srgbClr val="262525"/>
                </a:solidFill>
                <a:latin typeface="Tahoma"/>
                <a:ea typeface="DejaVu Sans"/>
              </a:rPr>
              <a:t>proper</a:t>
            </a:r>
            <a:r>
              <a:rPr b="0" lang="en-IN" sz="1850" spc="4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-1" strike="noStrike">
                <a:solidFill>
                  <a:srgbClr val="262525"/>
                </a:solidFill>
                <a:latin typeface="Tahoma"/>
                <a:ea typeface="DejaVu Sans"/>
              </a:rPr>
              <a:t>error</a:t>
            </a:r>
            <a:r>
              <a:rPr b="0" lang="en-IN" sz="1850" spc="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35" strike="noStrike">
                <a:solidFill>
                  <a:srgbClr val="262525"/>
                </a:solidFill>
                <a:latin typeface="Tahoma"/>
                <a:ea typeface="DejaVu Sans"/>
              </a:rPr>
              <a:t>handling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295200">
              <a:lnSpc>
                <a:spcPct val="135000"/>
              </a:lnSpc>
            </a:pPr>
            <a:r>
              <a:rPr b="0" lang="en-IN" sz="1850" spc="-1" strike="noStrike">
                <a:solidFill>
                  <a:srgbClr val="262525"/>
                </a:solidFill>
                <a:latin typeface="Tahoma"/>
                <a:ea typeface="DejaVu Sans"/>
              </a:rPr>
              <a:t>Data</a:t>
            </a:r>
            <a:r>
              <a:rPr b="0" lang="en-IN" sz="1850" spc="24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-1" strike="noStrike">
                <a:solidFill>
                  <a:srgbClr val="262525"/>
                </a:solidFill>
                <a:latin typeface="Tahoma"/>
                <a:ea typeface="DejaVu Sans"/>
              </a:rPr>
              <a:t>integrity</a:t>
            </a:r>
            <a:r>
              <a:rPr b="0" lang="en-IN" sz="1850" spc="24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-1" strike="noStrike">
                <a:solidFill>
                  <a:srgbClr val="262525"/>
                </a:solidFill>
                <a:latin typeface="Tahoma"/>
                <a:ea typeface="DejaVu Sans"/>
              </a:rPr>
              <a:t>maintained</a:t>
            </a:r>
            <a:r>
              <a:rPr b="0" lang="en-IN" sz="1850" spc="24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-1" strike="noStrike">
                <a:solidFill>
                  <a:srgbClr val="262525"/>
                </a:solidFill>
                <a:latin typeface="Tahoma"/>
                <a:ea typeface="DejaVu Sans"/>
              </a:rPr>
              <a:t>through</a:t>
            </a:r>
            <a:r>
              <a:rPr b="0" lang="en-IN" sz="1850" spc="24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69" strike="noStrike">
                <a:solidFill>
                  <a:srgbClr val="262525"/>
                </a:solidFill>
                <a:latin typeface="Tahoma"/>
                <a:ea typeface="DejaVu Sans"/>
              </a:rPr>
              <a:t>price </a:t>
            </a:r>
            <a:r>
              <a:rPr b="0" lang="en-IN" sz="1850" spc="46" strike="noStrike">
                <a:solidFill>
                  <a:srgbClr val="262525"/>
                </a:solidFill>
                <a:latin typeface="Tahoma"/>
                <a:ea typeface="DejaVu Sans"/>
              </a:rPr>
              <a:t>snapshotting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295200">
              <a:lnSpc>
                <a:spcPct val="100000"/>
              </a:lnSpc>
              <a:spcBef>
                <a:spcPts val="780"/>
              </a:spcBef>
            </a:pPr>
            <a:r>
              <a:rPr b="0" lang="en-IN" sz="1850" spc="66" strike="noStrike">
                <a:solidFill>
                  <a:srgbClr val="262525"/>
                </a:solidFill>
                <a:latin typeface="Tahoma"/>
                <a:ea typeface="DejaVu Sans"/>
              </a:rPr>
              <a:t>Stateless</a:t>
            </a:r>
            <a:r>
              <a:rPr b="0" lang="en-IN" sz="185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92" strike="noStrike">
                <a:solidFill>
                  <a:srgbClr val="262525"/>
                </a:solidFill>
                <a:latin typeface="Tahoma"/>
                <a:ea typeface="DejaVu Sans"/>
              </a:rPr>
              <a:t>backend</a:t>
            </a:r>
            <a:r>
              <a:rPr b="0" lang="en-IN" sz="185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55" strike="noStrike">
                <a:solidFill>
                  <a:srgbClr val="262525"/>
                </a:solidFill>
                <a:latin typeface="Tahoma"/>
                <a:ea typeface="DejaVu Sans"/>
              </a:rPr>
              <a:t>enabling</a:t>
            </a:r>
            <a:r>
              <a:rPr b="0" lang="en-IN" sz="185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49" strike="noStrike">
                <a:solidFill>
                  <a:srgbClr val="262525"/>
                </a:solidFill>
                <a:latin typeface="Tahoma"/>
                <a:ea typeface="DejaVu Sans"/>
              </a:rPr>
              <a:t>horizontal</a:t>
            </a:r>
            <a:r>
              <a:rPr b="0" lang="en-IN" sz="1850" spc="-5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60" strike="noStrike">
                <a:solidFill>
                  <a:srgbClr val="262525"/>
                </a:solidFill>
                <a:latin typeface="Tahoma"/>
                <a:ea typeface="DejaVu Sans"/>
              </a:rPr>
              <a:t>scaling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object 11"/>
          <p:cNvSpPr/>
          <p:nvPr/>
        </p:nvSpPr>
        <p:spPr>
          <a:xfrm>
            <a:off x="13711680" y="2061720"/>
            <a:ext cx="3785040" cy="7323480"/>
          </a:xfrm>
          <a:custGeom>
            <a:avLst/>
            <a:gdLst>
              <a:gd name="textAreaLeft" fmla="*/ 0 w 3785040"/>
              <a:gd name="textAreaRight" fmla="*/ 3785400 w 3785040"/>
              <a:gd name="textAreaTop" fmla="*/ 0 h 7323480"/>
              <a:gd name="textAreaBottom" fmla="*/ 7323840 h 7323480"/>
            </a:gdLst>
            <a:ahLst/>
            <a:rect l="textAreaLeft" t="textAreaTop" r="textAreaRight" b="textAreaBottom"/>
            <a:pathLst>
              <a:path w="3785869" h="7324090">
                <a:moveTo>
                  <a:pt x="3616749" y="7323598"/>
                </a:moveTo>
                <a:lnTo>
                  <a:pt x="168676" y="7323598"/>
                </a:lnTo>
                <a:lnTo>
                  <a:pt x="128962" y="7318264"/>
                </a:lnTo>
                <a:lnTo>
                  <a:pt x="87009" y="7300566"/>
                </a:lnTo>
                <a:lnTo>
                  <a:pt x="51459" y="7273111"/>
                </a:lnTo>
                <a:lnTo>
                  <a:pt x="23989" y="7237567"/>
                </a:lnTo>
                <a:lnTo>
                  <a:pt x="6277" y="7195605"/>
                </a:lnTo>
                <a:lnTo>
                  <a:pt x="0" y="7148893"/>
                </a:lnTo>
                <a:lnTo>
                  <a:pt x="0" y="175641"/>
                </a:lnTo>
                <a:lnTo>
                  <a:pt x="6277" y="128962"/>
                </a:lnTo>
                <a:lnTo>
                  <a:pt x="23989" y="87009"/>
                </a:lnTo>
                <a:lnTo>
                  <a:pt x="51459" y="51458"/>
                </a:lnTo>
                <a:lnTo>
                  <a:pt x="87009" y="23988"/>
                </a:lnTo>
                <a:lnTo>
                  <a:pt x="128962" y="6276"/>
                </a:lnTo>
                <a:lnTo>
                  <a:pt x="175641" y="0"/>
                </a:lnTo>
                <a:lnTo>
                  <a:pt x="3609784" y="0"/>
                </a:lnTo>
                <a:lnTo>
                  <a:pt x="3656496" y="6276"/>
                </a:lnTo>
                <a:lnTo>
                  <a:pt x="3698459" y="23988"/>
                </a:lnTo>
                <a:lnTo>
                  <a:pt x="3734002" y="51458"/>
                </a:lnTo>
                <a:lnTo>
                  <a:pt x="3761458" y="87009"/>
                </a:lnTo>
                <a:lnTo>
                  <a:pt x="3779155" y="128962"/>
                </a:lnTo>
                <a:lnTo>
                  <a:pt x="3785444" y="175641"/>
                </a:lnTo>
                <a:lnTo>
                  <a:pt x="3785444" y="7148893"/>
                </a:lnTo>
                <a:lnTo>
                  <a:pt x="3779149" y="7195605"/>
                </a:lnTo>
                <a:lnTo>
                  <a:pt x="3761436" y="7237567"/>
                </a:lnTo>
                <a:lnTo>
                  <a:pt x="3733967" y="7273111"/>
                </a:lnTo>
                <a:lnTo>
                  <a:pt x="3698416" y="7300566"/>
                </a:lnTo>
                <a:lnTo>
                  <a:pt x="3656463" y="7318264"/>
                </a:lnTo>
                <a:lnTo>
                  <a:pt x="3616749" y="7323598"/>
                </a:lnTo>
                <a:close/>
              </a:path>
            </a:pathLst>
          </a:custGeom>
          <a:solidFill>
            <a:srgbClr val="16ffba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object 12"/>
          <p:cNvSpPr/>
          <p:nvPr/>
        </p:nvSpPr>
        <p:spPr>
          <a:xfrm>
            <a:off x="13942800" y="2249280"/>
            <a:ext cx="3251160" cy="17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IN" sz="2500" spc="-197" strike="noStrike">
                <a:solidFill>
                  <a:srgbClr val="000000"/>
                </a:solidFill>
                <a:latin typeface="Georgia"/>
                <a:ea typeface="DejaVu Sans"/>
              </a:rPr>
              <a:t>Future</a:t>
            </a:r>
            <a:r>
              <a:rPr b="1" lang="en-IN" sz="2500" spc="-55" strike="noStrike">
                <a:solidFill>
                  <a:srgbClr val="000000"/>
                </a:solidFill>
                <a:latin typeface="Georgia"/>
                <a:ea typeface="DejaVu Sans"/>
              </a:rPr>
              <a:t> </a:t>
            </a:r>
            <a:r>
              <a:rPr b="1" lang="en-IN" sz="2500" spc="-165" strike="noStrike">
                <a:solidFill>
                  <a:srgbClr val="000000"/>
                </a:solidFill>
                <a:latin typeface="Georgia"/>
                <a:ea typeface="DejaVu Sans"/>
              </a:rPr>
              <a:t>Enhancements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5000"/>
              </a:lnSpc>
              <a:spcBef>
                <a:spcPts val="1451"/>
              </a:spcBef>
            </a:pPr>
            <a:r>
              <a:rPr b="0" lang="en-IN" sz="1850" spc="49" strike="noStrike">
                <a:solidFill>
                  <a:srgbClr val="262525"/>
                </a:solidFill>
                <a:latin typeface="Tahoma"/>
                <a:ea typeface="DejaVu Sans"/>
              </a:rPr>
              <a:t>Platform</a:t>
            </a:r>
            <a:r>
              <a:rPr b="0" lang="en-IN" sz="18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75" strike="noStrike">
                <a:solidFill>
                  <a:srgbClr val="262525"/>
                </a:solidFill>
                <a:latin typeface="Tahoma"/>
                <a:ea typeface="DejaVu Sans"/>
              </a:rPr>
              <a:t>designed</a:t>
            </a:r>
            <a:r>
              <a:rPr b="0" lang="en-IN" sz="18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35" strike="noStrike">
                <a:solidFill>
                  <a:srgbClr val="262525"/>
                </a:solidFill>
                <a:latin typeface="Tahoma"/>
                <a:ea typeface="DejaVu Sans"/>
              </a:rPr>
              <a:t>for </a:t>
            </a:r>
            <a:r>
              <a:rPr b="0" lang="en-IN" sz="1850" spc="46" strike="noStrike">
                <a:solidFill>
                  <a:srgbClr val="262525"/>
                </a:solidFill>
                <a:latin typeface="Tahoma"/>
                <a:ea typeface="DejaVu Sans"/>
              </a:rPr>
              <a:t>extensibility</a:t>
            </a:r>
            <a:r>
              <a:rPr b="0" lang="en-IN" sz="1850" spc="2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-1" strike="noStrike">
                <a:solidFill>
                  <a:srgbClr val="262525"/>
                </a:solidFill>
                <a:latin typeface="Tahoma"/>
                <a:ea typeface="DejaVu Sans"/>
              </a:rPr>
              <a:t>with</a:t>
            </a:r>
            <a:r>
              <a:rPr b="0" lang="en-IN" sz="1850" spc="29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49" strike="noStrike">
                <a:solidFill>
                  <a:srgbClr val="262525"/>
                </a:solidFill>
                <a:latin typeface="Tahoma"/>
                <a:ea typeface="DejaVu Sans"/>
              </a:rPr>
              <a:t>planned </a:t>
            </a:r>
            <a:r>
              <a:rPr b="0" lang="en-IN" sz="1850" spc="-12" strike="noStrike">
                <a:solidFill>
                  <a:srgbClr val="262525"/>
                </a:solidFill>
                <a:latin typeface="Tahoma"/>
                <a:ea typeface="DejaVu Sans"/>
              </a:rPr>
              <a:t>features: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74" name="object 13"/>
          <p:cNvGrpSpPr/>
          <p:nvPr/>
        </p:nvGrpSpPr>
        <p:grpSpPr>
          <a:xfrm>
            <a:off x="14031720" y="4433760"/>
            <a:ext cx="75600" cy="3123720"/>
            <a:chOff x="14031720" y="4433760"/>
            <a:chExt cx="75600" cy="3123720"/>
          </a:xfrm>
        </p:grpSpPr>
        <p:pic>
          <p:nvPicPr>
            <p:cNvPr id="475" name="object 14" descr=""/>
            <p:cNvPicPr/>
            <p:nvPr/>
          </p:nvPicPr>
          <p:blipFill>
            <a:blip r:embed="rId7"/>
            <a:stretch/>
          </p:blipFill>
          <p:spPr>
            <a:xfrm>
              <a:off x="14031720" y="4433760"/>
              <a:ext cx="75600" cy="75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76" name="object 15" descr=""/>
            <p:cNvPicPr/>
            <p:nvPr/>
          </p:nvPicPr>
          <p:blipFill>
            <a:blip r:embed="rId8"/>
            <a:stretch/>
          </p:blipFill>
          <p:spPr>
            <a:xfrm>
              <a:off x="14031720" y="5195880"/>
              <a:ext cx="75600" cy="75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77" name="object 16" descr=""/>
            <p:cNvPicPr/>
            <p:nvPr/>
          </p:nvPicPr>
          <p:blipFill>
            <a:blip r:embed="rId9"/>
            <a:stretch/>
          </p:blipFill>
          <p:spPr>
            <a:xfrm>
              <a:off x="14031720" y="5957640"/>
              <a:ext cx="75600" cy="75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78" name="object 17" descr=""/>
            <p:cNvPicPr/>
            <p:nvPr/>
          </p:nvPicPr>
          <p:blipFill>
            <a:blip r:embed="rId10"/>
            <a:stretch/>
          </p:blipFill>
          <p:spPr>
            <a:xfrm>
              <a:off x="14031720" y="6719760"/>
              <a:ext cx="75600" cy="75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79" name="object 18" descr=""/>
            <p:cNvPicPr/>
            <p:nvPr/>
          </p:nvPicPr>
          <p:blipFill>
            <a:blip r:embed="rId11"/>
            <a:stretch/>
          </p:blipFill>
          <p:spPr>
            <a:xfrm>
              <a:off x="14031720" y="7481880"/>
              <a:ext cx="75600" cy="75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80" name="object 19"/>
          <p:cNvSpPr/>
          <p:nvPr/>
        </p:nvSpPr>
        <p:spPr>
          <a:xfrm>
            <a:off x="14225760" y="4192560"/>
            <a:ext cx="3270960" cy="38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12600">
              <a:lnSpc>
                <a:spcPct val="135000"/>
              </a:lnSpc>
              <a:spcBef>
                <a:spcPts val="96"/>
              </a:spcBef>
            </a:pPr>
            <a:r>
              <a:rPr b="0" lang="en-IN" sz="1850" spc="75" strike="noStrike">
                <a:solidFill>
                  <a:srgbClr val="262525"/>
                </a:solidFill>
                <a:latin typeface="Tahoma"/>
                <a:ea typeface="DejaVu Sans"/>
              </a:rPr>
              <a:t>Location-</a:t>
            </a:r>
            <a:r>
              <a:rPr b="0" lang="en-IN" sz="1850" spc="92" strike="noStrike">
                <a:solidFill>
                  <a:srgbClr val="262525"/>
                </a:solidFill>
                <a:latin typeface="Tahoma"/>
                <a:ea typeface="DejaVu Sans"/>
              </a:rPr>
              <a:t>based</a:t>
            </a:r>
            <a:r>
              <a:rPr b="0" lang="en-IN" sz="185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-12" strike="noStrike">
                <a:solidFill>
                  <a:srgbClr val="262525"/>
                </a:solidFill>
                <a:latin typeface="Tahoma"/>
                <a:ea typeface="DejaVu Sans"/>
              </a:rPr>
              <a:t>filtering </a:t>
            </a:r>
            <a:r>
              <a:rPr b="0" lang="en-IN" sz="185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850" spc="-6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75" strike="noStrike">
                <a:solidFill>
                  <a:srgbClr val="262525"/>
                </a:solidFill>
                <a:latin typeface="Tahoma"/>
                <a:ea typeface="DejaVu Sans"/>
              </a:rPr>
              <a:t>discovery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5000"/>
              </a:lnSpc>
            </a:pPr>
            <a:r>
              <a:rPr b="0" lang="en-IN" sz="1850" spc="49" strike="noStrike">
                <a:solidFill>
                  <a:srgbClr val="262525"/>
                </a:solidFill>
                <a:latin typeface="Tahoma"/>
                <a:ea typeface="DejaVu Sans"/>
              </a:rPr>
              <a:t>Real-</a:t>
            </a:r>
            <a:r>
              <a:rPr b="0" lang="en-IN" sz="1850" spc="55" strike="noStrike">
                <a:solidFill>
                  <a:srgbClr val="262525"/>
                </a:solidFill>
                <a:latin typeface="Tahoma"/>
                <a:ea typeface="DejaVu Sans"/>
              </a:rPr>
              <a:t>time</a:t>
            </a:r>
            <a:r>
              <a:rPr b="0" lang="en-IN" sz="1850" spc="-41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46" strike="noStrike">
                <a:solidFill>
                  <a:srgbClr val="262525"/>
                </a:solidFill>
                <a:latin typeface="Tahoma"/>
                <a:ea typeface="DejaVu Sans"/>
              </a:rPr>
              <a:t>notifications </a:t>
            </a:r>
            <a:r>
              <a:rPr b="0" lang="en-IN" sz="1850" spc="60" strike="noStrike">
                <a:solidFill>
                  <a:srgbClr val="262525"/>
                </a:solidFill>
                <a:latin typeface="Tahoma"/>
                <a:ea typeface="DejaVu Sans"/>
              </a:rPr>
              <a:t>using</a:t>
            </a:r>
            <a:r>
              <a:rPr b="0" lang="en-IN" sz="1850" spc="-46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92" strike="noStrike">
                <a:solidFill>
                  <a:srgbClr val="262525"/>
                </a:solidFill>
                <a:latin typeface="Tahoma"/>
                <a:ea typeface="DejaVu Sans"/>
              </a:rPr>
              <a:t>WebSockets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5000"/>
              </a:lnSpc>
            </a:pPr>
            <a:r>
              <a:rPr b="0" lang="en-IN" sz="1850" spc="60" strike="noStrike">
                <a:solidFill>
                  <a:srgbClr val="262525"/>
                </a:solidFill>
                <a:latin typeface="Tahoma"/>
                <a:ea typeface="DejaVu Sans"/>
              </a:rPr>
              <a:t>AI-</a:t>
            </a:r>
            <a:r>
              <a:rPr b="0" lang="en-IN" sz="1850" spc="69" strike="noStrike">
                <a:solidFill>
                  <a:srgbClr val="262525"/>
                </a:solidFill>
                <a:latin typeface="Tahoma"/>
                <a:ea typeface="DejaVu Sans"/>
              </a:rPr>
              <a:t>based</a:t>
            </a:r>
            <a:r>
              <a:rPr b="0" lang="en-IN" sz="185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60" strike="noStrike">
                <a:solidFill>
                  <a:srgbClr val="262525"/>
                </a:solidFill>
                <a:latin typeface="Tahoma"/>
                <a:ea typeface="DejaVu Sans"/>
              </a:rPr>
              <a:t>personalized recommendations Multi-</a:t>
            </a:r>
            <a:r>
              <a:rPr b="0" lang="en-IN" sz="1850" spc="75" strike="noStrike">
                <a:solidFill>
                  <a:srgbClr val="262525"/>
                </a:solidFill>
                <a:latin typeface="Tahoma"/>
                <a:ea typeface="DejaVu Sans"/>
              </a:rPr>
              <a:t>vendor</a:t>
            </a:r>
            <a:r>
              <a:rPr b="0" lang="en-IN" sz="18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55" strike="noStrike">
                <a:solidFill>
                  <a:srgbClr val="262525"/>
                </a:solidFill>
                <a:latin typeface="Tahoma"/>
                <a:ea typeface="DejaVu Sans"/>
              </a:rPr>
              <a:t>cart</a:t>
            </a:r>
            <a:r>
              <a:rPr b="0" lang="en-IN" sz="1850" spc="-3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-21" strike="noStrike">
                <a:solidFill>
                  <a:srgbClr val="262525"/>
                </a:solidFill>
                <a:latin typeface="Tahoma"/>
                <a:ea typeface="DejaVu Sans"/>
              </a:rPr>
              <a:t>with </a:t>
            </a:r>
            <a:r>
              <a:rPr b="0" lang="en-IN" sz="1850" spc="-1" strike="noStrike">
                <a:solidFill>
                  <a:srgbClr val="262525"/>
                </a:solidFill>
                <a:latin typeface="Tahoma"/>
                <a:ea typeface="DejaVu Sans"/>
              </a:rPr>
              <a:t>intelligent</a:t>
            </a:r>
            <a:r>
              <a:rPr b="0" lang="en-IN" sz="1850" spc="330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-12" strike="noStrike">
                <a:solidFill>
                  <a:srgbClr val="262525"/>
                </a:solidFill>
                <a:latin typeface="Tahoma"/>
                <a:ea typeface="DejaVu Sans"/>
              </a:rPr>
              <a:t>routing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35000"/>
              </a:lnSpc>
            </a:pPr>
            <a:r>
              <a:rPr b="0" lang="en-IN" sz="1850" spc="66" strike="noStrike">
                <a:solidFill>
                  <a:srgbClr val="262525"/>
                </a:solidFill>
                <a:latin typeface="Tahoma"/>
                <a:ea typeface="DejaVu Sans"/>
              </a:rPr>
              <a:t>Subscription</a:t>
            </a:r>
            <a:r>
              <a:rPr b="0" lang="en-IN" sz="185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49" strike="noStrike">
                <a:solidFill>
                  <a:srgbClr val="262525"/>
                </a:solidFill>
                <a:latin typeface="Tahoma"/>
                <a:ea typeface="DejaVu Sans"/>
              </a:rPr>
              <a:t>meal</a:t>
            </a:r>
            <a:r>
              <a:rPr b="0" lang="en-IN" sz="1850" spc="-32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49" strike="noStrike">
                <a:solidFill>
                  <a:srgbClr val="262525"/>
                </a:solidFill>
                <a:latin typeface="Tahoma"/>
                <a:ea typeface="DejaVu Sans"/>
              </a:rPr>
              <a:t>plans </a:t>
            </a:r>
            <a:r>
              <a:rPr b="0" lang="en-IN" sz="1850" spc="66" strike="noStrike">
                <a:solidFill>
                  <a:srgbClr val="262525"/>
                </a:solidFill>
                <a:latin typeface="Tahoma"/>
                <a:ea typeface="DejaVu Sans"/>
              </a:rPr>
              <a:t>and</a:t>
            </a:r>
            <a:r>
              <a:rPr b="0" lang="en-IN" sz="185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49" strike="noStrike">
                <a:solidFill>
                  <a:srgbClr val="262525"/>
                </a:solidFill>
                <a:latin typeface="Tahoma"/>
                <a:ea typeface="DejaVu Sans"/>
              </a:rPr>
              <a:t>recurring</a:t>
            </a:r>
            <a:r>
              <a:rPr b="0" lang="en-IN" sz="1850" spc="-55" strike="noStrike">
                <a:solidFill>
                  <a:srgbClr val="262525"/>
                </a:solidFill>
                <a:latin typeface="Tahoma"/>
                <a:ea typeface="DejaVu Sans"/>
              </a:rPr>
              <a:t> </a:t>
            </a:r>
            <a:r>
              <a:rPr b="0" lang="en-IN" sz="1850" spc="60" strike="noStrike">
                <a:solidFill>
                  <a:srgbClr val="262525"/>
                </a:solidFill>
                <a:latin typeface="Tahoma"/>
                <a:ea typeface="DejaVu Sans"/>
              </a:rPr>
              <a:t>orders</a:t>
            </a:r>
            <a:endParaRPr b="0" lang="en-US" sz="1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2026-04-03T19:07:48Z</dcterms:created>
  <dc:creator>Rajendra prasad Medivelli</dc:creator>
  <dc:description/>
  <cp:keywords>DAHF0lw-wtA BAGGhPJdTVI 0</cp:keywords>
  <dc:language>en-IN</dc:language>
  <cp:lastModifiedBy/>
  <dcterms:modified xsi:type="dcterms:W3CDTF">2026-04-04T10:18:28Z</dcterms:modified>
  <cp:revision>2</cp:revision>
  <dc:subject/>
  <dc:title>HomeBite.pptx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2026-04-03T00:00:00Z</vt:filetime>
  </property>
  <property fmtid="{D5CDD505-2E9C-101B-9397-08002B2CF9AE}" pid="3" name="Creator">
    <vt:lpwstr>Canva</vt:lpwstr>
  </property>
  <property fmtid="{D5CDD505-2E9C-101B-9397-08002B2CF9AE}" pid="4" name="LastSaved">
    <vt:filetime>2026-04-03T00:00:00Z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Canva</vt:lpwstr>
  </property>
</Properties>
</file>